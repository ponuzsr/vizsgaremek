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3" r:id="rId5"/>
    <p:sldId id="266" r:id="rId6"/>
    <p:sldId id="274" r:id="rId7"/>
    <p:sldId id="281" r:id="rId8"/>
    <p:sldId id="268" r:id="rId9"/>
    <p:sldId id="258" r:id="rId10"/>
    <p:sldId id="259" r:id="rId11"/>
    <p:sldId id="278" r:id="rId12"/>
    <p:sldId id="284" r:id="rId13"/>
    <p:sldId id="287" r:id="rId14"/>
    <p:sldId id="275" r:id="rId15"/>
    <p:sldId id="277" r:id="rId16"/>
    <p:sldId id="285" r:id="rId17"/>
    <p:sldId id="286" r:id="rId18"/>
    <p:sldId id="276" r:id="rId19"/>
    <p:sldId id="272" r:id="rId20"/>
    <p:sldId id="282" r:id="rId21"/>
    <p:sldId id="270" r:id="rId22"/>
    <p:sldId id="260" r:id="rId23"/>
    <p:sldId id="261" r:id="rId24"/>
    <p:sldId id="269" r:id="rId25"/>
    <p:sldId id="279" r:id="rId26"/>
    <p:sldId id="280" r:id="rId27"/>
    <p:sldId id="288" r:id="rId28"/>
    <p:sldId id="262" r:id="rId29"/>
    <p:sldId id="271" r:id="rId30"/>
    <p:sldId id="283" r:id="rId31"/>
    <p:sldId id="273" r:id="rId3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pp Viktória" initials="PV" lastIdx="1" clrIdx="0">
    <p:extLst>
      <p:ext uri="{19B8F6BF-5375-455C-9EA6-DF929625EA0E}">
        <p15:presenceInfo xmlns:p15="http://schemas.microsoft.com/office/powerpoint/2012/main" userId="Papp Viktór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2F34"/>
    <a:srgbClr val="3332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04T10:35:05.390" idx="1">
    <p:pos x="7680" y="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7814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83453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6064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389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6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646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5939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405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59897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8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578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ACEBD-E6DF-46BC-A87A-292CDFEBE7C7}" type="datetimeFigureOut">
              <a:rPr lang="hu-HU" smtClean="0"/>
              <a:t>2025. 04. 10.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5CB6AA-1B4D-4E3F-AB3F-31811BE96BB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82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gif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comments" Target="../comments/commen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image" Target="../media/image10.gi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152" y="0"/>
            <a:ext cx="12262637" cy="6858000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048" y="2769206"/>
            <a:ext cx="4602806" cy="2505425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12" name="Szövegdoboz 11"/>
          <p:cNvSpPr txBox="1"/>
          <p:nvPr/>
        </p:nvSpPr>
        <p:spPr>
          <a:xfrm>
            <a:off x="121986" y="175649"/>
            <a:ext cx="3108960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Készítették:</a:t>
            </a:r>
          </a:p>
        </p:txBody>
      </p:sp>
      <p:sp>
        <p:nvSpPr>
          <p:cNvPr id="18" name="Szövegdoboz 17"/>
          <p:cNvSpPr txBox="1"/>
          <p:nvPr/>
        </p:nvSpPr>
        <p:spPr>
          <a:xfrm>
            <a:off x="3114" y="3160227"/>
            <a:ext cx="16733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</a:t>
            </a:r>
          </a:p>
        </p:txBody>
      </p:sp>
      <p:sp>
        <p:nvSpPr>
          <p:cNvPr id="19" name="Szövegdoboz 18"/>
          <p:cNvSpPr txBox="1"/>
          <p:nvPr/>
        </p:nvSpPr>
        <p:spPr>
          <a:xfrm>
            <a:off x="1249856" y="3665293"/>
            <a:ext cx="22354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Richárd</a:t>
            </a:r>
          </a:p>
        </p:txBody>
      </p:sp>
      <p:sp>
        <p:nvSpPr>
          <p:cNvPr id="20" name="Szövegdoboz 19"/>
          <p:cNvSpPr txBox="1"/>
          <p:nvPr/>
        </p:nvSpPr>
        <p:spPr>
          <a:xfrm>
            <a:off x="2645281" y="4051030"/>
            <a:ext cx="1444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Gyula</a:t>
            </a:r>
          </a:p>
        </p:txBody>
      </p:sp>
      <p:sp>
        <p:nvSpPr>
          <p:cNvPr id="21" name="Szövegdoboz 20"/>
          <p:cNvSpPr txBox="1"/>
          <p:nvPr/>
        </p:nvSpPr>
        <p:spPr>
          <a:xfrm>
            <a:off x="6140161" y="5328155"/>
            <a:ext cx="5102352" cy="707886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1397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40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CLASSICGARAGE</a:t>
            </a:r>
          </a:p>
        </p:txBody>
      </p:sp>
      <p:pic>
        <p:nvPicPr>
          <p:cNvPr id="23" name="Kép 2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729" y="962433"/>
            <a:ext cx="5734784" cy="4251650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26" name="Kép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9870" y="4603229"/>
            <a:ext cx="5240394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28" name="Kép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848" y="608450"/>
            <a:ext cx="4157966" cy="2712955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sp>
        <p:nvSpPr>
          <p:cNvPr id="29" name="Szövegdoboz 28"/>
          <p:cNvSpPr txBox="1"/>
          <p:nvPr/>
        </p:nvSpPr>
        <p:spPr>
          <a:xfrm>
            <a:off x="0" y="5118969"/>
            <a:ext cx="1527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Koncz</a:t>
            </a:r>
          </a:p>
        </p:txBody>
      </p:sp>
      <p:sp>
        <p:nvSpPr>
          <p:cNvPr id="30" name="Szövegdoboz 29"/>
          <p:cNvSpPr txBox="1"/>
          <p:nvPr/>
        </p:nvSpPr>
        <p:spPr>
          <a:xfrm>
            <a:off x="1330356" y="5558767"/>
            <a:ext cx="1562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Dániel</a:t>
            </a:r>
          </a:p>
        </p:txBody>
      </p:sp>
      <p:sp>
        <p:nvSpPr>
          <p:cNvPr id="31" name="Szövegdoboz 30"/>
          <p:cNvSpPr txBox="1"/>
          <p:nvPr/>
        </p:nvSpPr>
        <p:spPr>
          <a:xfrm>
            <a:off x="2645281" y="6060448"/>
            <a:ext cx="173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Marcell</a:t>
            </a:r>
          </a:p>
        </p:txBody>
      </p:sp>
      <p:sp>
        <p:nvSpPr>
          <p:cNvPr id="32" name="Szövegdoboz 31"/>
          <p:cNvSpPr txBox="1"/>
          <p:nvPr/>
        </p:nvSpPr>
        <p:spPr>
          <a:xfrm>
            <a:off x="0" y="1192180"/>
            <a:ext cx="1252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Papp</a:t>
            </a:r>
          </a:p>
        </p:txBody>
      </p:sp>
      <p:sp>
        <p:nvSpPr>
          <p:cNvPr id="33" name="Szövegdoboz 32"/>
          <p:cNvSpPr txBox="1"/>
          <p:nvPr/>
        </p:nvSpPr>
        <p:spPr>
          <a:xfrm>
            <a:off x="1330356" y="1933627"/>
            <a:ext cx="1856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Viktória</a:t>
            </a: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85" b="18493"/>
          <a:stretch/>
        </p:blipFill>
        <p:spPr>
          <a:xfrm>
            <a:off x="6330537" y="1367246"/>
            <a:ext cx="4089168" cy="226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19648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-342887"/>
            <a:ext cx="4472201" cy="2184698"/>
          </a:xfrm>
          <a:prstGeom prst="rect">
            <a:avLst/>
          </a:prstGeom>
          <a:effectLst>
            <a:glow rad="101600">
              <a:srgbClr val="002060">
                <a:alpha val="60000"/>
              </a:srgbClr>
            </a:glow>
            <a:innerShdw blurRad="114300">
              <a:prstClr val="black"/>
            </a:innerShdw>
          </a:effectLst>
        </p:spPr>
      </p:pic>
      <p:sp>
        <p:nvSpPr>
          <p:cNvPr id="6" name="Szövegdoboz 5"/>
          <p:cNvSpPr txBox="1"/>
          <p:nvPr/>
        </p:nvSpPr>
        <p:spPr>
          <a:xfrm>
            <a:off x="149470" y="128820"/>
            <a:ext cx="30245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 projektünk </a:t>
            </a:r>
          </a:p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létrejötte 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149470" y="1913934"/>
            <a:ext cx="5987561" cy="4062651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Csapatunk tagjait a történelem és az autók iránti érdeklődés egyaránt motiválja. </a:t>
            </a: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E két szenvedély ötvözeteként hoztuk létre a „ClassicGarage” weboldalt aminek nevét a kreatív csapat tagok találtak ki. </a:t>
            </a:r>
          </a:p>
          <a:p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50-es évektől egészen a 80-as évekig mutatjuk be az autókat, képekkel, érdekességekkel és izgalmas történetekkel illetve egyéb extrákkal.</a:t>
            </a:r>
          </a:p>
          <a:p>
            <a:endParaRPr lang="hu-HU" dirty="0"/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570177" y="-445458"/>
            <a:ext cx="4713294" cy="2389839"/>
          </a:xfrm>
          <a:prstGeom prst="rect">
            <a:avLst/>
          </a:prstGeom>
        </p:spPr>
      </p:pic>
      <p:sp>
        <p:nvSpPr>
          <p:cNvPr id="8" name="Szövegdoboz 7"/>
          <p:cNvSpPr txBox="1"/>
          <p:nvPr/>
        </p:nvSpPr>
        <p:spPr>
          <a:xfrm>
            <a:off x="8721969" y="190375"/>
            <a:ext cx="356150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Miben segít a mi weboldalunk?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013178" y="1713051"/>
            <a:ext cx="5029200" cy="4893647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Ez egy ismeretterjesztő oldal retro autókról amit azért hoztunk létre, hogy a retro autók szeretőinek illetve annak megismerőinek segíteni tudjunk.</a:t>
            </a:r>
          </a:p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Illetve ezzel szeretnénk egy közösséget is kiépíteni ahol a felhasználók tudnak egymásnak segíteni. </a:t>
            </a:r>
          </a:p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Ilyen össze szedett szépen megformázott és sok minden jóval ellátott weboldal nincs még egy mint a miénk.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46530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75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880" y="-483468"/>
            <a:ext cx="4751601" cy="2622986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15210" y="432361"/>
            <a:ext cx="385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Munkafelosztás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" t="16368" r="80779" b="63373"/>
          <a:stretch/>
        </p:blipFill>
        <p:spPr>
          <a:xfrm>
            <a:off x="672384" y="4364417"/>
            <a:ext cx="3105320" cy="161705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038511" flipH="1" flipV="1">
            <a:off x="944659" y="2806608"/>
            <a:ext cx="1823976" cy="1780918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2731990" y="2667799"/>
            <a:ext cx="3729771" cy="830997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A munka felosztása Trelloban történt meg.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7000627" y="1836802"/>
            <a:ext cx="4145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Papp Viktória: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Frontend, ppt és dokumentáció.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000627" y="2667798"/>
            <a:ext cx="404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Pónuzs Richárd Gyula: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ppt, dokumentáció.</a:t>
            </a:r>
          </a:p>
        </p:txBody>
      </p:sp>
      <p:sp>
        <p:nvSpPr>
          <p:cNvPr id="10" name="Szövegdoboz 9"/>
          <p:cNvSpPr txBox="1"/>
          <p:nvPr/>
        </p:nvSpPr>
        <p:spPr>
          <a:xfrm>
            <a:off x="7000627" y="3516404"/>
            <a:ext cx="4519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Koncz Dániel Marcell: </a:t>
            </a:r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Backend, adatbázis, dokumentáció.</a:t>
            </a:r>
          </a:p>
        </p:txBody>
      </p:sp>
      <p:sp>
        <p:nvSpPr>
          <p:cNvPr id="11" name="Szövegdoboz 10"/>
          <p:cNvSpPr txBox="1"/>
          <p:nvPr/>
        </p:nvSpPr>
        <p:spPr>
          <a:xfrm>
            <a:off x="7053410" y="4364417"/>
            <a:ext cx="393627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bg1"/>
                </a:solidFill>
                <a:latin typeface="Imprint MT Shadow" panose="04020605060303030202" pitchFamily="82" charset="0"/>
              </a:rPr>
              <a:t>Bár a feladatokat kiosztottuk még is ha valakinek segítség kellett tudtunk egymásnak segíteni.</a:t>
            </a:r>
          </a:p>
        </p:txBody>
      </p:sp>
      <p:pic>
        <p:nvPicPr>
          <p:cNvPr id="13" name="Kép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985635">
            <a:off x="4577967" y="4508864"/>
            <a:ext cx="1920239" cy="192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09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spd="slow">
        <p15:prstTrans prst="crush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5003"/>
          <a:stretch/>
        </p:blipFill>
        <p:spPr>
          <a:xfrm>
            <a:off x="-64008" y="-474590"/>
            <a:ext cx="3748924" cy="253421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F0FFBDAC-647A-42DA-8685-F53A7F124D27}"/>
              </a:ext>
            </a:extLst>
          </p:cNvPr>
          <p:cNvSpPr txBox="1"/>
          <p:nvPr/>
        </p:nvSpPr>
        <p:spPr>
          <a:xfrm>
            <a:off x="369311" y="385635"/>
            <a:ext cx="1608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Github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3B753B8-E8CC-4D64-B0B0-EB30EB1200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5" t="14202" r="45662" b="17392"/>
          <a:stretch/>
        </p:blipFill>
        <p:spPr>
          <a:xfrm>
            <a:off x="424528" y="2188435"/>
            <a:ext cx="3105832" cy="3637599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FA7EB77-FE77-4857-BEA4-9DAE2A8CD517}"/>
              </a:ext>
            </a:extLst>
          </p:cNvPr>
          <p:cNvSpPr txBox="1"/>
          <p:nvPr/>
        </p:nvSpPr>
        <p:spPr>
          <a:xfrm>
            <a:off x="3801294" y="2188435"/>
            <a:ext cx="3810022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5 Branch található a GitHub-ba ebből mi 4ben dolgozunk. Backend, Database, Dokumentumok és Frontend</a:t>
            </a:r>
          </a:p>
          <a:p>
            <a:endParaRPr lang="hu-HU" sz="3200" dirty="0"/>
          </a:p>
        </p:txBody>
      </p:sp>
      <p:sp>
        <p:nvSpPr>
          <p:cNvPr id="7" name="Szövegdoboz 6"/>
          <p:cNvSpPr txBox="1"/>
          <p:nvPr/>
        </p:nvSpPr>
        <p:spPr>
          <a:xfrm>
            <a:off x="7882251" y="2188435"/>
            <a:ext cx="4159620" cy="3108543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Eleinte voltak nehézségeink a GitHub működésével de mára már szerencsére minden bajunk megoldódott és könnyen dolgozunk benne.</a:t>
            </a:r>
          </a:p>
        </p:txBody>
      </p:sp>
    </p:spTree>
    <p:extLst>
      <p:ext uri="{BB962C8B-B14F-4D97-AF65-F5344CB8AC3E}">
        <p14:creationId xmlns:p14="http://schemas.microsoft.com/office/powerpoint/2010/main" val="2352895758"/>
      </p:ext>
    </p:extLst>
  </p:cSld>
  <p:clrMapOvr>
    <a:masterClrMapping/>
  </p:clrMapOvr>
  <p:transition spd="med">
    <p:comb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8" y="-438485"/>
            <a:ext cx="3520032" cy="2313108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73737" y="310843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6516002" y="966682"/>
            <a:ext cx="4769467" cy="181588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Frontendbe a Backendbe és az Adatbázisban dolgozunk a legtöbbet itt találhatóak a legtöbb commitok is.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5" y="1704050"/>
            <a:ext cx="4899161" cy="2157028"/>
          </a:xfrm>
          <a:prstGeom prst="rect">
            <a:avLst/>
          </a:prstGeom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5" y="4292065"/>
            <a:ext cx="5817325" cy="2092787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002" y="3221049"/>
            <a:ext cx="5516375" cy="34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018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134528" y="342340"/>
            <a:ext cx="22765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Branchek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5226426" y="2269202"/>
            <a:ext cx="3401350" cy="1938992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A Dokumentumok részben kevesebb commit található mivel munkáinkat inkább Trelloba tettük fel de GitHub-</a:t>
            </a:r>
            <a:r>
              <a:rPr lang="hu-HU" sz="2000" dirty="0" err="1">
                <a:solidFill>
                  <a:schemeClr val="bg1"/>
                </a:solidFill>
                <a:latin typeface="Imprint MT Shadow" panose="04020605060303030202" pitchFamily="82" charset="0"/>
              </a:rPr>
              <a:t>ra</a:t>
            </a:r>
            <a:r>
              <a:rPr lang="hu-HU" sz="2000" dirty="0">
                <a:solidFill>
                  <a:schemeClr val="bg1"/>
                </a:solidFill>
                <a:latin typeface="Imprint MT Shadow" panose="04020605060303030202" pitchFamily="82" charset="0"/>
              </a:rPr>
              <a:t> is elkezdtük feltenni őket.</a:t>
            </a: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546" r="80493" b="54493"/>
          <a:stretch/>
        </p:blipFill>
        <p:spPr>
          <a:xfrm>
            <a:off x="8366787" y="1458127"/>
            <a:ext cx="1962150" cy="581025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1" name="Kép 1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1" t="30212" r="3787" b="56062"/>
          <a:stretch/>
        </p:blipFill>
        <p:spPr>
          <a:xfrm>
            <a:off x="9989646" y="2303789"/>
            <a:ext cx="1847850" cy="666750"/>
          </a:xfrm>
          <a:prstGeom prst="rect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5566" flipV="1">
            <a:off x="3370857" y="2430333"/>
            <a:ext cx="1779608" cy="1779608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96487">
            <a:off x="8805557" y="2761595"/>
            <a:ext cx="1804346" cy="1804346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369" y="5099755"/>
            <a:ext cx="2868173" cy="1909384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249" y="3936944"/>
            <a:ext cx="4805719" cy="257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2155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22851"/>
          <a:stretch/>
        </p:blipFill>
        <p:spPr>
          <a:xfrm>
            <a:off x="-64007" y="-411305"/>
            <a:ext cx="3557546" cy="2337759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60903002-9ADB-45DF-AEED-82C64991DA36}"/>
              </a:ext>
            </a:extLst>
          </p:cNvPr>
          <p:cNvSpPr txBox="1"/>
          <p:nvPr/>
        </p:nvSpPr>
        <p:spPr>
          <a:xfrm>
            <a:off x="445247" y="403631"/>
            <a:ext cx="15151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Trello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83A5B9E-C728-4273-BDC2-FFA591957A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570" y="1475811"/>
            <a:ext cx="7562076" cy="3128311"/>
          </a:xfrm>
          <a:prstGeom prst="rect">
            <a:avLst/>
          </a:prstGeom>
          <a:ln>
            <a:solidFill>
              <a:srgbClr val="333237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057111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02149B4-9CB9-4E66-BDE4-B3FD56B24DDE}"/>
              </a:ext>
            </a:extLst>
          </p:cNvPr>
          <p:cNvSpPr txBox="1"/>
          <p:nvPr/>
        </p:nvSpPr>
        <p:spPr>
          <a:xfrm>
            <a:off x="1110530" y="2203214"/>
            <a:ext cx="9303251" cy="2123658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66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Frontend</a:t>
            </a:r>
            <a:r>
              <a:rPr lang="hu-HU" sz="6600" i="1" dirty="0">
                <a:latin typeface="Imprint MT Shadow" panose="04020605060303030202" pitchFamily="82" charset="0"/>
              </a:rPr>
              <a:t> </a:t>
            </a:r>
            <a:r>
              <a:rPr lang="hu-HU" sz="6600" i="1" dirty="0">
                <a:solidFill>
                  <a:schemeClr val="bg1"/>
                </a:solidFill>
                <a:latin typeface="Imprint MT Shadow" panose="04020605060303030202" pitchFamily="82" charset="0"/>
              </a:rPr>
              <a:t>kinézete és működésének egy része</a:t>
            </a:r>
          </a:p>
        </p:txBody>
      </p:sp>
    </p:spTree>
    <p:extLst>
      <p:ext uri="{BB962C8B-B14F-4D97-AF65-F5344CB8AC3E}">
        <p14:creationId xmlns:p14="http://schemas.microsoft.com/office/powerpoint/2010/main" val="3793741577"/>
      </p:ext>
    </p:extLst>
  </p:cSld>
  <p:clrMapOvr>
    <a:masterClrMapping/>
  </p:clrMapOvr>
  <p:transition>
    <p:push dir="d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5" y="-483467"/>
            <a:ext cx="5549772" cy="281355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A17CE809-AB2C-45C2-9785-01E9289E7359}"/>
              </a:ext>
            </a:extLst>
          </p:cNvPr>
          <p:cNvSpPr txBox="1"/>
          <p:nvPr/>
        </p:nvSpPr>
        <p:spPr>
          <a:xfrm>
            <a:off x="0" y="209773"/>
            <a:ext cx="4905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Kezdetleges Frontend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32A53A9-4670-4FC5-8241-B9040FC04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279"/>
          <a:stretch/>
        </p:blipFill>
        <p:spPr>
          <a:xfrm>
            <a:off x="216231" y="2203713"/>
            <a:ext cx="6984192" cy="3878781"/>
          </a:xfrm>
          <a:prstGeom prst="rect">
            <a:avLst/>
          </a:prstGeom>
          <a:ln w="19050">
            <a:solidFill>
              <a:srgbClr val="92D05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7" name="Szövegdoboz 6"/>
          <p:cNvSpPr txBox="1"/>
          <p:nvPr/>
        </p:nvSpPr>
        <p:spPr>
          <a:xfrm>
            <a:off x="234858" y="914524"/>
            <a:ext cx="362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Kódja és kinézete</a:t>
            </a:r>
          </a:p>
        </p:txBody>
      </p:sp>
      <p:sp>
        <p:nvSpPr>
          <p:cNvPr id="9" name="Szövegdoboz 8"/>
          <p:cNvSpPr txBox="1"/>
          <p:nvPr/>
        </p:nvSpPr>
        <p:spPr>
          <a:xfrm>
            <a:off x="7480662" y="2644031"/>
            <a:ext cx="4014652" cy="2677656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Kezdetben így nézett ki a Frontend. </a:t>
            </a:r>
          </a:p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Tartalmazott egy navigációt néhány menüponttal és semmi stílust nem tettünk bele</a:t>
            </a:r>
          </a:p>
        </p:txBody>
      </p:sp>
      <p:pic>
        <p:nvPicPr>
          <p:cNvPr id="10" name="Kép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03" y="2067763"/>
            <a:ext cx="6888478" cy="4150679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11" name="Szövegdoboz 10"/>
          <p:cNvSpPr txBox="1"/>
          <p:nvPr/>
        </p:nvSpPr>
        <p:spPr>
          <a:xfrm>
            <a:off x="234858" y="2466031"/>
            <a:ext cx="4746089" cy="353943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 Frontend kezdetleges kódja egy szimpla index.html be készült. Nagyon kicsi stílussal és script amik arra szolgáltak, hogy tesztelhessük a kód működését</a:t>
            </a:r>
          </a:p>
        </p:txBody>
      </p:sp>
    </p:spTree>
    <p:extLst>
      <p:ext uri="{BB962C8B-B14F-4D97-AF65-F5344CB8AC3E}">
        <p14:creationId xmlns:p14="http://schemas.microsoft.com/office/powerpoint/2010/main" val="86332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0305" y="-359867"/>
            <a:ext cx="3566255" cy="207229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914981" y="178091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Főoldal</a:t>
            </a:r>
          </a:p>
        </p:txBody>
      </p:sp>
      <p:pic>
        <p:nvPicPr>
          <p:cNvPr id="8" name="Kép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50" y="1512186"/>
            <a:ext cx="5760224" cy="319136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235568">
            <a:off x="5688446" y="2026827"/>
            <a:ext cx="2097918" cy="1180079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0510F6C7-8B97-4424-B0AF-0C56D254D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4545" y="3564138"/>
            <a:ext cx="5879865" cy="3293862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140947743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478" y="-411886"/>
            <a:ext cx="4013410" cy="233212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341401" y="312363"/>
            <a:ext cx="36833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69" y="1744498"/>
            <a:ext cx="6182742" cy="3461259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0068CF7-2E47-4C60-A44E-956F0C09E6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022087" y="3382892"/>
            <a:ext cx="3133305" cy="1762484"/>
          </a:xfrm>
          <a:prstGeom prst="rect">
            <a:avLst/>
          </a:prstGeom>
        </p:spPr>
      </p:pic>
      <p:sp>
        <p:nvSpPr>
          <p:cNvPr id="7" name="Szövegdoboz 6"/>
          <p:cNvSpPr txBox="1"/>
          <p:nvPr/>
        </p:nvSpPr>
        <p:spPr>
          <a:xfrm>
            <a:off x="6924502" y="1920239"/>
            <a:ext cx="3616037" cy="1200329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24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Az autó kártyái nem voltak egyformák és nem volt rajta stílus</a:t>
            </a:r>
            <a:endParaRPr lang="hu-HU" sz="24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719548"/>
      </p:ext>
    </p:extLst>
  </p:cSld>
  <p:clrMapOvr>
    <a:masterClrMapping/>
  </p:clrMapOvr>
  <p:transition spd="med">
    <p:cover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104" y="-325525"/>
            <a:ext cx="3954297" cy="2004697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5" y="1454728"/>
            <a:ext cx="5932405" cy="341653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4070" y="3084513"/>
            <a:ext cx="6165419" cy="3573489"/>
          </a:xfrm>
          <a:prstGeom prst="rect">
            <a:avLst/>
          </a:prstGeom>
        </p:spPr>
      </p:pic>
      <p:sp>
        <p:nvSpPr>
          <p:cNvPr id="6" name="Szövegdoboz 5"/>
          <p:cNvSpPr txBox="1"/>
          <p:nvPr/>
        </p:nvSpPr>
        <p:spPr>
          <a:xfrm>
            <a:off x="182880" y="299258"/>
            <a:ext cx="25769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10065457" y="201222"/>
            <a:ext cx="1761897" cy="3127519"/>
          </a:xfrm>
          <a:prstGeom prst="rect">
            <a:avLst/>
          </a:prstGeom>
        </p:spPr>
      </p:pic>
      <p:sp>
        <p:nvSpPr>
          <p:cNvPr id="8" name="Szövegdoboz 7"/>
          <p:cNvSpPr txBox="1"/>
          <p:nvPr/>
        </p:nvSpPr>
        <p:spPr>
          <a:xfrm>
            <a:off x="1332948" y="5241410"/>
            <a:ext cx="3101716" cy="523220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33237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Autó kártyák eleje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7080986" y="2398531"/>
            <a:ext cx="3865419" cy="523220"/>
          </a:xfrm>
          <a:prstGeom prst="rect">
            <a:avLst/>
          </a:prstGeom>
          <a:noFill/>
          <a:ln>
            <a:solidFill>
              <a:srgbClr val="333237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28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Az autó kártyák hátulja</a:t>
            </a:r>
            <a:endParaRPr lang="hu-HU" sz="28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26741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129" y="-407653"/>
            <a:ext cx="4181384" cy="211982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96715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Részletesebben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6546" y="598804"/>
            <a:ext cx="5465060" cy="302409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/>
          <p:cNvSpPr txBox="1"/>
          <p:nvPr/>
        </p:nvSpPr>
        <p:spPr>
          <a:xfrm>
            <a:off x="4213978" y="579336"/>
            <a:ext cx="2461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Részletesebb adatok: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41" y="3745616"/>
            <a:ext cx="7315201" cy="2839006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192541" y="3272183"/>
            <a:ext cx="36048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Kommentek és komment írása: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623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pan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0459" y="-363528"/>
            <a:ext cx="4086182" cy="2374411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461641" y="259074"/>
            <a:ext cx="42062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 és regisztráció</a:t>
            </a:r>
          </a:p>
        </p:txBody>
      </p:sp>
      <p:pic>
        <p:nvPicPr>
          <p:cNvPr id="9" name="Kép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11" y="2443165"/>
            <a:ext cx="4943606" cy="2766703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79551A39-149A-463F-A7AB-F737439A9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548" y="2879634"/>
            <a:ext cx="2376945" cy="133491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55724FA-A04D-412C-9403-C83AE35669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5291" y="259074"/>
            <a:ext cx="5286975" cy="295146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A38731FA-D5C1-415D-9982-7F8C64E417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9197" y="3678049"/>
            <a:ext cx="5253069" cy="292762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00889108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7595" y="-418901"/>
            <a:ext cx="3963959" cy="2303389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712146" y="252245"/>
            <a:ext cx="4206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Profilok</a:t>
            </a:r>
          </a:p>
        </p:txBody>
      </p:sp>
      <p:pic>
        <p:nvPicPr>
          <p:cNvPr id="11" name="Kép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21" y="2259965"/>
            <a:ext cx="4839704" cy="271925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B92F6A3-2A3A-4390-A1BE-6A161CE25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6838" y="2787891"/>
            <a:ext cx="2572735" cy="1444877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9476" y="432161"/>
            <a:ext cx="5207121" cy="2904653"/>
          </a:xfrm>
          <a:prstGeom prst="rect">
            <a:avLst/>
          </a:prstGeom>
          <a:ln>
            <a:solidFill>
              <a:schemeClr val="accent1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4518" y="3653829"/>
            <a:ext cx="5292079" cy="2934669"/>
          </a:xfrm>
          <a:prstGeom prst="rect">
            <a:avLst/>
          </a:prstGeom>
          <a:ln>
            <a:solidFill>
              <a:srgbClr val="0070C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25631447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6" y="-351581"/>
            <a:ext cx="3774363" cy="207394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67054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Admin felület</a:t>
            </a:r>
            <a:endParaRPr lang="hu-HU" sz="3200" dirty="0" smtClean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4" y="1775943"/>
            <a:ext cx="7070732" cy="205219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/>
          <p:cNvSpPr txBox="1"/>
          <p:nvPr/>
        </p:nvSpPr>
        <p:spPr>
          <a:xfrm>
            <a:off x="167054" y="1322252"/>
            <a:ext cx="1494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Előléptetés:</a:t>
            </a:r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142"/>
          <a:stretch/>
        </p:blipFill>
        <p:spPr>
          <a:xfrm>
            <a:off x="5072275" y="4664958"/>
            <a:ext cx="7013222" cy="187465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4928557" y="4146518"/>
            <a:ext cx="14170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Lefokozás: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14" name="Kép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3078" y="1984123"/>
            <a:ext cx="2572735" cy="144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7438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>
        <p15:prstTrans prst="pageCurlDouble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6" y="-351581"/>
            <a:ext cx="3774363" cy="2073943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67054" y="271949"/>
            <a:ext cx="49843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Admin felület</a:t>
            </a:r>
            <a:endParaRPr lang="hu-HU" sz="3200" dirty="0" smtClean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167054" y="1594201"/>
            <a:ext cx="20981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Autó módosítása:</a:t>
            </a:r>
            <a:endParaRPr lang="hu-HU" dirty="0"/>
          </a:p>
        </p:txBody>
      </p:sp>
      <p:sp>
        <p:nvSpPr>
          <p:cNvPr id="8" name="Szövegdoboz 7"/>
          <p:cNvSpPr txBox="1"/>
          <p:nvPr/>
        </p:nvSpPr>
        <p:spPr>
          <a:xfrm>
            <a:off x="5253843" y="808867"/>
            <a:ext cx="22856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Új autó felvitele: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14" name="Kép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8201" y="4789997"/>
            <a:ext cx="2572735" cy="1444877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54" y="2102734"/>
            <a:ext cx="5007809" cy="437489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191" y="1261706"/>
            <a:ext cx="6580374" cy="2905165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071139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14:pan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8215" y="-385813"/>
            <a:ext cx="3994516" cy="232114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620018" y="290630"/>
            <a:ext cx="42062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dirty="0">
                <a:solidFill>
                  <a:schemeClr val="bg1"/>
                </a:solidFill>
                <a:latin typeface="Imprint MT Shadow" panose="04020605060303030202" pitchFamily="82" charset="0"/>
              </a:rPr>
              <a:t>Mini játék</a:t>
            </a: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2" y="2397491"/>
            <a:ext cx="4992470" cy="2801271"/>
          </a:xfrm>
          <a:prstGeom prst="rect">
            <a:avLst/>
          </a:prstGeom>
          <a:ln>
            <a:solidFill>
              <a:schemeClr val="accent1">
                <a:lumMod val="50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4BE265A-BD20-46A1-9B06-087712762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537" y="2846711"/>
            <a:ext cx="2572735" cy="1444877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740E94C-2E26-4114-9578-C2EC14707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7123" y="834952"/>
            <a:ext cx="4871304" cy="2734198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EE43A0BA-6007-4F3E-80A7-173EAE1CFD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7123" y="3827416"/>
            <a:ext cx="4871304" cy="2742692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504564082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6"/>
            <a:ext cx="5127851" cy="259965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15370" y="184025"/>
            <a:ext cx="498435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Személyes  </a:t>
            </a:r>
          </a:p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 </a:t>
            </a:r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            tapasztalataim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3785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>
        <p15:prstTrans prst="pageCurlDouble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5" y="-483467"/>
            <a:ext cx="5007606" cy="253869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35130" y="339635"/>
            <a:ext cx="3492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További terveim</a:t>
            </a:r>
            <a:endParaRPr lang="hu-HU" sz="36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858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03B1FD9A-21E2-45A7-A3B0-C7639CC27798}"/>
              </a:ext>
            </a:extLst>
          </p:cNvPr>
          <p:cNvSpPr txBox="1"/>
          <p:nvPr/>
        </p:nvSpPr>
        <p:spPr>
          <a:xfrm>
            <a:off x="360093" y="2201661"/>
            <a:ext cx="11407806" cy="2308324"/>
          </a:xfrm>
          <a:prstGeom prst="rect">
            <a:avLst/>
          </a:prstGeom>
          <a:noFill/>
          <a:ln>
            <a:solidFill>
              <a:schemeClr val="bg1">
                <a:lumMod val="95000"/>
              </a:schemeClr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7200" dirty="0">
                <a:solidFill>
                  <a:schemeClr val="bg1"/>
                </a:solidFill>
                <a:latin typeface="Imprint MT Shadow" panose="04020605060303030202" pitchFamily="82" charset="0"/>
              </a:rPr>
              <a:t>Backend működése </a:t>
            </a:r>
          </a:p>
          <a:p>
            <a:pPr algn="ctr"/>
            <a:r>
              <a:rPr lang="hu-HU" sz="7200" dirty="0">
                <a:solidFill>
                  <a:schemeClr val="bg1"/>
                </a:solidFill>
                <a:latin typeface="Imprint MT Shadow" panose="04020605060303030202" pitchFamily="82" charset="0"/>
              </a:rPr>
              <a:t>és kinézete</a:t>
            </a:r>
          </a:p>
        </p:txBody>
      </p:sp>
    </p:spTree>
    <p:extLst>
      <p:ext uri="{BB962C8B-B14F-4D97-AF65-F5344CB8AC3E}">
        <p14:creationId xmlns:p14="http://schemas.microsoft.com/office/powerpoint/2010/main" val="2504730819"/>
      </p:ext>
    </p:extLst>
  </p:cSld>
  <p:clrMapOvr>
    <a:masterClrMapping/>
  </p:clrMapOvr>
  <p:transition>
    <p:push dir="d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385813"/>
            <a:ext cx="4660425" cy="2362681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D6801A9-2ECA-489E-A0F1-DE717C78513B}"/>
              </a:ext>
            </a:extLst>
          </p:cNvPr>
          <p:cNvSpPr txBox="1"/>
          <p:nvPr/>
        </p:nvSpPr>
        <p:spPr>
          <a:xfrm>
            <a:off x="138446" y="136940"/>
            <a:ext cx="39089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kódja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9B97B08-2971-4994-B1D4-BFE1DA98B1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0136"/>
          <a:stretch/>
        </p:blipFill>
        <p:spPr>
          <a:xfrm>
            <a:off x="243374" y="1976868"/>
            <a:ext cx="7344388" cy="3710765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611349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403568"/>
            <a:ext cx="4648539" cy="2356655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7A2003BB-DD81-4263-9D62-44C100A9CB1E}"/>
              </a:ext>
            </a:extLst>
          </p:cNvPr>
          <p:cNvSpPr txBox="1"/>
          <p:nvPr/>
        </p:nvSpPr>
        <p:spPr>
          <a:xfrm>
            <a:off x="0" y="172136"/>
            <a:ext cx="37996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Imprint MT Shadow" panose="04020605060303030202" pitchFamily="82" charset="0"/>
              </a:rPr>
              <a:t>A backend kezdetleges végpontjai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76835258-9ED8-44E1-AB14-9FB1C3A15D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27" r="3723"/>
          <a:stretch/>
        </p:blipFill>
        <p:spPr>
          <a:xfrm>
            <a:off x="189053" y="2204881"/>
            <a:ext cx="7349914" cy="3574481"/>
          </a:xfrm>
          <a:prstGeom prst="rect">
            <a:avLst/>
          </a:prstGeom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Szövegdoboz 4"/>
          <p:cNvSpPr txBox="1"/>
          <p:nvPr/>
        </p:nvSpPr>
        <p:spPr>
          <a:xfrm>
            <a:off x="7916091" y="2654481"/>
            <a:ext cx="3091543" cy="2554545"/>
          </a:xfrm>
          <a:prstGeom prst="rect">
            <a:avLst/>
          </a:prstGeom>
          <a:noFill/>
          <a:ln>
            <a:solidFill>
              <a:srgbClr val="302F34"/>
            </a:solidFill>
          </a:ln>
          <a:effectLst>
            <a:glow rad="101600">
              <a:srgbClr val="302F34">
                <a:alpha val="60000"/>
              </a:srgbClr>
            </a:glow>
          </a:effectLst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Itt a Backendbe az általunk 5 nagyon fontos végpontok találhatóak meg</a:t>
            </a:r>
          </a:p>
        </p:txBody>
      </p:sp>
    </p:spTree>
    <p:extLst>
      <p:ext uri="{BB962C8B-B14F-4D97-AF65-F5344CB8AC3E}">
        <p14:creationId xmlns:p14="http://schemas.microsoft.com/office/powerpoint/2010/main" val="837542327"/>
      </p:ext>
    </p:extLst>
  </p:cSld>
  <p:clrMapOvr>
    <a:masterClrMapping/>
  </p:clrMapOvr>
  <p:transition>
    <p:push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555" y="-315133"/>
            <a:ext cx="3725996" cy="188895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6F0D393-C8A7-40BD-84C9-17CEB0527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99" y="1763872"/>
            <a:ext cx="8445703" cy="2213422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436797" y="190049"/>
            <a:ext cx="17222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000" dirty="0">
                <a:solidFill>
                  <a:schemeClr val="bg1"/>
                </a:solidFill>
                <a:latin typeface="Imprint MT Shadow" panose="04020605060303030202" pitchFamily="82" charset="0"/>
              </a:rPr>
              <a:t>Autók</a:t>
            </a:r>
          </a:p>
        </p:txBody>
      </p:sp>
    </p:spTree>
    <p:extLst>
      <p:ext uri="{BB962C8B-B14F-4D97-AF65-F5344CB8AC3E}">
        <p14:creationId xmlns:p14="http://schemas.microsoft.com/office/powerpoint/2010/main" val="3270997015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-132813" y="245014"/>
            <a:ext cx="319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Kommentek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F368673-4764-4647-B765-23928C545F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065" y="1782691"/>
            <a:ext cx="7795093" cy="2037060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67130546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2813" y="-350302"/>
            <a:ext cx="4018133" cy="203706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E1207F13-0F19-45FA-B6BA-841E60E21FDC}"/>
              </a:ext>
            </a:extLst>
          </p:cNvPr>
          <p:cNvSpPr txBox="1"/>
          <p:nvPr/>
        </p:nvSpPr>
        <p:spPr>
          <a:xfrm>
            <a:off x="0" y="287634"/>
            <a:ext cx="31160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3600" dirty="0">
                <a:solidFill>
                  <a:schemeClr val="bg1"/>
                </a:solidFill>
                <a:latin typeface="Imprint MT Shadow" panose="04020605060303030202" pitchFamily="82" charset="0"/>
              </a:rPr>
              <a:t>Felhasználók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B507BE-C7F7-4081-A6A4-5534F56C6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186" y="1780007"/>
            <a:ext cx="9038074" cy="2282039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1397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251396613"/>
      </p:ext>
    </p:extLst>
  </p:cSld>
  <p:clrMapOvr>
    <a:masterClrMapping/>
  </p:clrMapOvr>
  <p:transition>
    <p:cover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1862" y="-343813"/>
            <a:ext cx="4344585" cy="2331145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-75732" y="562779"/>
            <a:ext cx="56886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Bejelentkezés/Regisztráció</a:t>
            </a:r>
            <a:endParaRPr lang="hu-HU" sz="2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8" r="2361" b="5712"/>
          <a:stretch/>
        </p:blipFill>
        <p:spPr>
          <a:xfrm>
            <a:off x="232000" y="4139862"/>
            <a:ext cx="8655531" cy="2357653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68" b="3798"/>
          <a:stretch/>
        </p:blipFill>
        <p:spPr>
          <a:xfrm>
            <a:off x="5312063" y="298699"/>
            <a:ext cx="6694146" cy="3377266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8" name="Szövegdoboz 7"/>
          <p:cNvSpPr txBox="1"/>
          <p:nvPr/>
        </p:nvSpPr>
        <p:spPr>
          <a:xfrm>
            <a:off x="262772" y="3668886"/>
            <a:ext cx="1741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Bejelentkezés: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10406009" y="3766399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Regisztráció:</a:t>
            </a:r>
            <a:endParaRPr lang="hu-HU" sz="20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861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 rotWithShape="1">
          <a:blip r:embed="rId3"/>
          <a:srcRect l="12683"/>
          <a:stretch/>
        </p:blipFill>
        <p:spPr>
          <a:xfrm>
            <a:off x="-64008" y="-473942"/>
            <a:ext cx="4526408" cy="2628057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53B52D56-9B8A-4215-86C5-B04868F5824B}"/>
              </a:ext>
            </a:extLst>
          </p:cNvPr>
          <p:cNvSpPr txBox="1"/>
          <p:nvPr/>
        </p:nvSpPr>
        <p:spPr>
          <a:xfrm>
            <a:off x="112011" y="172456"/>
            <a:ext cx="417436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200" dirty="0">
                <a:solidFill>
                  <a:schemeClr val="bg1"/>
                </a:solidFill>
                <a:latin typeface="Imprint MT Shadow" panose="04020605060303030202" pitchFamily="82" charset="0"/>
              </a:rPr>
              <a:t>Az adatbázis </a:t>
            </a:r>
            <a:endParaRPr lang="hu-HU" sz="3200" dirty="0" smtClean="0">
              <a:solidFill>
                <a:schemeClr val="bg1"/>
              </a:solidFill>
              <a:latin typeface="Imprint MT Shadow" panose="04020605060303030202" pitchFamily="82" charset="0"/>
            </a:endParaRPr>
          </a:p>
          <a:p>
            <a:r>
              <a:rPr lang="hu-HU" sz="3200" dirty="0" smtClean="0">
                <a:solidFill>
                  <a:schemeClr val="bg1"/>
                </a:solidFill>
                <a:latin typeface="Imprint MT Shadow" panose="04020605060303030202" pitchFamily="82" charset="0"/>
              </a:rPr>
              <a:t>jelenlegi állapota</a:t>
            </a:r>
            <a:endParaRPr lang="hu-HU" sz="3200" dirty="0">
              <a:solidFill>
                <a:schemeClr val="bg1"/>
              </a:solidFill>
              <a:latin typeface="Imprint MT Shadow" panose="04020605060303030202" pitchFamily="82" charset="0"/>
            </a:endParaRP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8152" y="577323"/>
            <a:ext cx="7063157" cy="2118947"/>
          </a:xfrm>
          <a:prstGeom prst="rect">
            <a:avLst/>
          </a:prstGeom>
          <a:ln>
            <a:solidFill>
              <a:srgbClr val="00206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7" name="Kép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34" y="3047541"/>
            <a:ext cx="6833912" cy="337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775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2D9B8EF7-A980-47D5-BE3D-870626378380}"/>
              </a:ext>
            </a:extLst>
          </p:cNvPr>
          <p:cNvSpPr txBox="1"/>
          <p:nvPr/>
        </p:nvSpPr>
        <p:spPr>
          <a:xfrm>
            <a:off x="635301" y="2290439"/>
            <a:ext cx="10857390" cy="1938992"/>
          </a:xfrm>
          <a:prstGeom prst="rect">
            <a:avLst/>
          </a:prstGeom>
          <a:noFill/>
          <a:ln>
            <a:solidFill>
              <a:schemeClr val="bg1"/>
            </a:solidFill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  <a:latin typeface="Imprint MT Shadow" panose="04020605060303030202" pitchFamily="82" charset="0"/>
              </a:rPr>
              <a:t>Adatbázis és Fronten működésének egy része</a:t>
            </a:r>
          </a:p>
        </p:txBody>
      </p:sp>
    </p:spTree>
    <p:extLst>
      <p:ext uri="{BB962C8B-B14F-4D97-AF65-F5344CB8AC3E}">
        <p14:creationId xmlns:p14="http://schemas.microsoft.com/office/powerpoint/2010/main" val="13356198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pic>
        <p:nvPicPr>
          <p:cNvPr id="2" name="Kép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9446" y="-483467"/>
            <a:ext cx="5688061" cy="288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040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008" y="0"/>
            <a:ext cx="12256008" cy="6858000"/>
          </a:xfrm>
          <a:prstGeom prst="rect">
            <a:avLst/>
          </a:prstGeom>
        </p:spPr>
      </p:pic>
      <p:sp>
        <p:nvSpPr>
          <p:cNvPr id="3" name="Szövegdoboz 2"/>
          <p:cNvSpPr txBox="1"/>
          <p:nvPr/>
        </p:nvSpPr>
        <p:spPr>
          <a:xfrm>
            <a:off x="2047875" y="2550283"/>
            <a:ext cx="9544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rint MT Shadow" panose="04020605060303030202" pitchFamily="82" charset="0"/>
              </a:rPr>
              <a:t>Köszönjük a figyelmet!!</a:t>
            </a:r>
          </a:p>
        </p:txBody>
      </p:sp>
    </p:spTree>
    <p:extLst>
      <p:ext uri="{BB962C8B-B14F-4D97-AF65-F5344CB8AC3E}">
        <p14:creationId xmlns:p14="http://schemas.microsoft.com/office/powerpoint/2010/main" val="2015606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412</Words>
  <Application>Microsoft Office PowerPoint</Application>
  <PresentationFormat>Szélesvásznú</PresentationFormat>
  <Paragraphs>76</Paragraphs>
  <Slides>31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Imprint MT Shadow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MITISZK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Tanuló</dc:creator>
  <cp:lastModifiedBy>Tanuló</cp:lastModifiedBy>
  <cp:revision>57</cp:revision>
  <dcterms:created xsi:type="dcterms:W3CDTF">2025-02-13T06:51:23Z</dcterms:created>
  <dcterms:modified xsi:type="dcterms:W3CDTF">2025-04-10T07:11:50Z</dcterms:modified>
</cp:coreProperties>
</file>