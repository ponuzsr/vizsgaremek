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3" r:id="rId5"/>
    <p:sldId id="266" r:id="rId6"/>
    <p:sldId id="274" r:id="rId7"/>
    <p:sldId id="281" r:id="rId8"/>
    <p:sldId id="268" r:id="rId9"/>
    <p:sldId id="258" r:id="rId10"/>
    <p:sldId id="259" r:id="rId11"/>
    <p:sldId id="278" r:id="rId12"/>
    <p:sldId id="275" r:id="rId13"/>
    <p:sldId id="277" r:id="rId14"/>
    <p:sldId id="276" r:id="rId15"/>
    <p:sldId id="270" r:id="rId16"/>
    <p:sldId id="260" r:id="rId17"/>
    <p:sldId id="261" r:id="rId18"/>
    <p:sldId id="269" r:id="rId19"/>
    <p:sldId id="279" r:id="rId20"/>
    <p:sldId id="280" r:id="rId21"/>
    <p:sldId id="262" r:id="rId22"/>
    <p:sldId id="271" r:id="rId23"/>
    <p:sldId id="272" r:id="rId24"/>
    <p:sldId id="273" r:id="rId2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pp Viktória" initials="PV" lastIdx="1" clrIdx="0">
    <p:extLst>
      <p:ext uri="{19B8F6BF-5375-455C-9EA6-DF929625EA0E}">
        <p15:presenceInfo xmlns:p15="http://schemas.microsoft.com/office/powerpoint/2012/main" userId="Papp Viktóri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237"/>
    <a:srgbClr val="302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3-04T10:35:05.390" idx="1">
    <p:pos x="7680" y="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7814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3453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6064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389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6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6465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5939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44054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9897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8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578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ACEBD-E6DF-46BC-A87A-292CDFEBE7C7}" type="datetimeFigureOut">
              <a:rPr lang="hu-HU" smtClean="0"/>
              <a:t>2025. 04. 02.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282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gif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6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gif"/><Relationship Id="rId5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3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152" y="0"/>
            <a:ext cx="12262637" cy="6858000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048" y="2769206"/>
            <a:ext cx="4602806" cy="2505425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12" name="Szövegdoboz 11"/>
          <p:cNvSpPr txBox="1"/>
          <p:nvPr/>
        </p:nvSpPr>
        <p:spPr>
          <a:xfrm>
            <a:off x="121986" y="175649"/>
            <a:ext cx="3108960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Készítették:</a:t>
            </a:r>
          </a:p>
        </p:txBody>
      </p:sp>
      <p:sp>
        <p:nvSpPr>
          <p:cNvPr id="18" name="Szövegdoboz 17"/>
          <p:cNvSpPr txBox="1"/>
          <p:nvPr/>
        </p:nvSpPr>
        <p:spPr>
          <a:xfrm>
            <a:off x="3114" y="3160227"/>
            <a:ext cx="16733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Pónuzs</a:t>
            </a:r>
          </a:p>
        </p:txBody>
      </p:sp>
      <p:sp>
        <p:nvSpPr>
          <p:cNvPr id="19" name="Szövegdoboz 18"/>
          <p:cNvSpPr txBox="1"/>
          <p:nvPr/>
        </p:nvSpPr>
        <p:spPr>
          <a:xfrm>
            <a:off x="1249856" y="3665293"/>
            <a:ext cx="22354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Richárd</a:t>
            </a:r>
          </a:p>
        </p:txBody>
      </p:sp>
      <p:sp>
        <p:nvSpPr>
          <p:cNvPr id="20" name="Szövegdoboz 19"/>
          <p:cNvSpPr txBox="1"/>
          <p:nvPr/>
        </p:nvSpPr>
        <p:spPr>
          <a:xfrm>
            <a:off x="2645281" y="4051030"/>
            <a:ext cx="1444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Gyula</a:t>
            </a:r>
          </a:p>
        </p:txBody>
      </p:sp>
      <p:sp>
        <p:nvSpPr>
          <p:cNvPr id="21" name="Szövegdoboz 20"/>
          <p:cNvSpPr txBox="1"/>
          <p:nvPr/>
        </p:nvSpPr>
        <p:spPr>
          <a:xfrm>
            <a:off x="6140161" y="5328155"/>
            <a:ext cx="5102352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CLASSICGARAGE</a:t>
            </a:r>
          </a:p>
        </p:txBody>
      </p:sp>
      <p:pic>
        <p:nvPicPr>
          <p:cNvPr id="23" name="Kép 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729" y="962433"/>
            <a:ext cx="5734784" cy="4251650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26" name="Kép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9870" y="4603229"/>
            <a:ext cx="5240394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pic>
        <p:nvPicPr>
          <p:cNvPr id="28" name="Kép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848" y="608450"/>
            <a:ext cx="4157966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sp>
        <p:nvSpPr>
          <p:cNvPr id="29" name="Szövegdoboz 28"/>
          <p:cNvSpPr txBox="1"/>
          <p:nvPr/>
        </p:nvSpPr>
        <p:spPr>
          <a:xfrm>
            <a:off x="0" y="5118969"/>
            <a:ext cx="152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Koncz</a:t>
            </a:r>
          </a:p>
        </p:txBody>
      </p:sp>
      <p:sp>
        <p:nvSpPr>
          <p:cNvPr id="30" name="Szövegdoboz 29"/>
          <p:cNvSpPr txBox="1"/>
          <p:nvPr/>
        </p:nvSpPr>
        <p:spPr>
          <a:xfrm>
            <a:off x="1330356" y="5558767"/>
            <a:ext cx="1562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Dániel</a:t>
            </a:r>
          </a:p>
        </p:txBody>
      </p:sp>
      <p:sp>
        <p:nvSpPr>
          <p:cNvPr id="31" name="Szövegdoboz 30"/>
          <p:cNvSpPr txBox="1"/>
          <p:nvPr/>
        </p:nvSpPr>
        <p:spPr>
          <a:xfrm>
            <a:off x="2645281" y="6060448"/>
            <a:ext cx="1730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Marcell</a:t>
            </a:r>
          </a:p>
        </p:txBody>
      </p:sp>
      <p:sp>
        <p:nvSpPr>
          <p:cNvPr id="32" name="Szövegdoboz 31"/>
          <p:cNvSpPr txBox="1"/>
          <p:nvPr/>
        </p:nvSpPr>
        <p:spPr>
          <a:xfrm>
            <a:off x="0" y="1192180"/>
            <a:ext cx="1252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Papp</a:t>
            </a:r>
          </a:p>
        </p:txBody>
      </p:sp>
      <p:sp>
        <p:nvSpPr>
          <p:cNvPr id="33" name="Szövegdoboz 32"/>
          <p:cNvSpPr txBox="1"/>
          <p:nvPr/>
        </p:nvSpPr>
        <p:spPr>
          <a:xfrm>
            <a:off x="1330356" y="1933627"/>
            <a:ext cx="1856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Viktória</a:t>
            </a: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85" b="18493"/>
          <a:stretch/>
        </p:blipFill>
        <p:spPr>
          <a:xfrm>
            <a:off x="6330537" y="1367246"/>
            <a:ext cx="4089168" cy="226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196489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-382275"/>
            <a:ext cx="5480108" cy="2677067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6" name="Szövegdoboz 5"/>
          <p:cNvSpPr txBox="1"/>
          <p:nvPr/>
        </p:nvSpPr>
        <p:spPr>
          <a:xfrm>
            <a:off x="-64008" y="254977"/>
            <a:ext cx="46159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projektünk létre         	jöttének története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180938" y="2179895"/>
            <a:ext cx="5987561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Csapatunk tagjait a történelem és az autók iránti érdeklődés egyaránt motiválja. </a:t>
            </a: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E két szenvedély ötvözeteként hoztuk létre a „ClassicGarage” weboldalt aminek nevét a kreatív csapat tagok találtak ki. </a:t>
            </a:r>
          </a:p>
          <a:p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Itt a 50-es évektől egészen a 80-as évekig mutatjuk be az autókat, képekkel, érdekességekkel és izgalmas történetekkel illetve egyéb extrákkal.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6746530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75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880" y="-483468"/>
            <a:ext cx="4751601" cy="2622986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15210" y="432361"/>
            <a:ext cx="38578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Munkafelosztás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" t="16368" r="80779" b="63373"/>
          <a:stretch/>
        </p:blipFill>
        <p:spPr>
          <a:xfrm>
            <a:off x="672384" y="4364417"/>
            <a:ext cx="3105320" cy="1617057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038511" flipH="1" flipV="1">
            <a:off x="944659" y="2806608"/>
            <a:ext cx="1823976" cy="1780918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2731990" y="2667799"/>
            <a:ext cx="3729771" cy="830997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A munka felosztása Trelloban történt meg.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7000627" y="1836802"/>
            <a:ext cx="4145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Papp Viktória: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Frontend, ppt és dokumentáció.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7000627" y="2667798"/>
            <a:ext cx="404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Pónuzs Richárd Gyula: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Backend, ppt, dokumentáció.</a:t>
            </a:r>
          </a:p>
        </p:txBody>
      </p:sp>
      <p:sp>
        <p:nvSpPr>
          <p:cNvPr id="10" name="Szövegdoboz 9"/>
          <p:cNvSpPr txBox="1"/>
          <p:nvPr/>
        </p:nvSpPr>
        <p:spPr>
          <a:xfrm>
            <a:off x="7000627" y="3516404"/>
            <a:ext cx="4519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Koncz Dániel Marcell: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Backend, adatbázis, dokumentáció.</a:t>
            </a:r>
          </a:p>
        </p:txBody>
      </p:sp>
      <p:sp>
        <p:nvSpPr>
          <p:cNvPr id="11" name="Szövegdoboz 10"/>
          <p:cNvSpPr txBox="1"/>
          <p:nvPr/>
        </p:nvSpPr>
        <p:spPr>
          <a:xfrm>
            <a:off x="7053410" y="4364417"/>
            <a:ext cx="39362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Bár a feladatokat kiosztottuk még is ha valakinek segítség kellett tudtunk egymásnak segíteni.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6959C800-0672-452C-A154-91F6EACE1A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242983">
            <a:off x="4522962" y="4695360"/>
            <a:ext cx="2176461" cy="2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091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crush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5003"/>
          <a:stretch/>
        </p:blipFill>
        <p:spPr>
          <a:xfrm>
            <a:off x="-64008" y="-474590"/>
            <a:ext cx="3748924" cy="253421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F0FFBDAC-647A-42DA-8685-F53A7F124D27}"/>
              </a:ext>
            </a:extLst>
          </p:cNvPr>
          <p:cNvSpPr txBox="1"/>
          <p:nvPr/>
        </p:nvSpPr>
        <p:spPr>
          <a:xfrm>
            <a:off x="369311" y="385635"/>
            <a:ext cx="1608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Github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3B753B8-E8CC-4D64-B0B0-EB30EB1200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65" t="14202" r="45662" b="17392"/>
          <a:stretch/>
        </p:blipFill>
        <p:spPr>
          <a:xfrm>
            <a:off x="424528" y="2188435"/>
            <a:ext cx="3105832" cy="3637599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FA7EB77-FE77-4857-BEA4-9DAE2A8CD517}"/>
              </a:ext>
            </a:extLst>
          </p:cNvPr>
          <p:cNvSpPr txBox="1"/>
          <p:nvPr/>
        </p:nvSpPr>
        <p:spPr>
          <a:xfrm>
            <a:off x="3801294" y="2188435"/>
            <a:ext cx="3810022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5 Branch található a GitHub-ba ebből mi 4ben dolgozunk. Backend, Database, Dokumentumok és Frontend</a:t>
            </a:r>
          </a:p>
          <a:p>
            <a:endParaRPr lang="hu-HU" sz="3200" dirty="0"/>
          </a:p>
        </p:txBody>
      </p:sp>
      <p:sp>
        <p:nvSpPr>
          <p:cNvPr id="7" name="Szövegdoboz 6"/>
          <p:cNvSpPr txBox="1"/>
          <p:nvPr/>
        </p:nvSpPr>
        <p:spPr>
          <a:xfrm>
            <a:off x="7882251" y="2188435"/>
            <a:ext cx="4159620" cy="3108543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Eleinte voltak nehézségeink a GitHub működésével de mára már szerencsére minden bajunk megoldódott és könnyen dolgozunk benne.</a:t>
            </a:r>
          </a:p>
        </p:txBody>
      </p:sp>
    </p:spTree>
    <p:extLst>
      <p:ext uri="{BB962C8B-B14F-4D97-AF65-F5344CB8AC3E}">
        <p14:creationId xmlns:p14="http://schemas.microsoft.com/office/powerpoint/2010/main" val="2352895758"/>
      </p:ext>
    </p:extLst>
  </p:cSld>
  <p:clrMapOvr>
    <a:masterClrMapping/>
  </p:clrMapOvr>
  <p:transition spd="med">
    <p:comb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8" y="-423486"/>
            <a:ext cx="3616613" cy="2376574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143405" y="343677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6350539" y="1558865"/>
            <a:ext cx="4769467" cy="181588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A Frontendbe a Backendbe és az Adatbázisban dolgozunk a legtöbbet itt találhatóak a legtöbb commitok is.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59" y="4367436"/>
            <a:ext cx="5524287" cy="2205793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9" name="Kép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05" y="1730375"/>
            <a:ext cx="4941015" cy="2213575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8" t="3083" r="418" b="402"/>
          <a:stretch/>
        </p:blipFill>
        <p:spPr>
          <a:xfrm>
            <a:off x="6598961" y="3586490"/>
            <a:ext cx="4801209" cy="2911255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776018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7" y="-411305"/>
            <a:ext cx="3557546" cy="2337759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134528" y="34234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4905308" y="2459504"/>
            <a:ext cx="3401350" cy="193899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A Dokumentumok részben kevesebb commit található mivel munkáinkat inkább Trelloba tettük fel de GitHub-</a:t>
            </a:r>
            <a:r>
              <a:rPr lang="hu-HU" sz="2000" dirty="0" err="1">
                <a:solidFill>
                  <a:schemeClr val="bg1"/>
                </a:solidFill>
                <a:latin typeface="Imprint MT Shadow" panose="04020605060303030202" pitchFamily="82" charset="0"/>
              </a:rPr>
              <a:t>ra</a:t>
            </a:r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 is elkezdtük feltenni őket.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89" y="4228721"/>
            <a:ext cx="4650082" cy="2240606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546" r="80493" b="54493"/>
          <a:stretch/>
        </p:blipFill>
        <p:spPr>
          <a:xfrm>
            <a:off x="8306658" y="1787538"/>
            <a:ext cx="1962150" cy="581025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1" name="Kép 10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1" t="30212" r="3787" b="56062"/>
          <a:stretch/>
        </p:blipFill>
        <p:spPr>
          <a:xfrm>
            <a:off x="10191750" y="2518655"/>
            <a:ext cx="1847850" cy="666750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5566" flipV="1">
            <a:off x="2943413" y="2613158"/>
            <a:ext cx="1779608" cy="1779608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96487">
            <a:off x="8526883" y="2857391"/>
            <a:ext cx="1804346" cy="1804346"/>
          </a:xfrm>
          <a:prstGeom prst="rect">
            <a:avLst/>
          </a:prstGeom>
        </p:spPr>
      </p:pic>
      <p:pic>
        <p:nvPicPr>
          <p:cNvPr id="14" name="Kép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369" y="5099755"/>
            <a:ext cx="2868173" cy="190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2155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7" y="-411305"/>
            <a:ext cx="3557546" cy="2337759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445247" y="403631"/>
            <a:ext cx="15151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Trello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83A5B9E-C728-4273-BDC2-FFA591957AD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2679" y="1387888"/>
            <a:ext cx="7096082" cy="2935537"/>
          </a:xfrm>
          <a:prstGeom prst="rect">
            <a:avLst/>
          </a:prstGeom>
          <a:ln>
            <a:solidFill>
              <a:srgbClr val="333237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4057111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402149B4-9CB9-4E66-BDE4-B3FD56B24DDE}"/>
              </a:ext>
            </a:extLst>
          </p:cNvPr>
          <p:cNvSpPr txBox="1"/>
          <p:nvPr/>
        </p:nvSpPr>
        <p:spPr>
          <a:xfrm>
            <a:off x="1110530" y="2203214"/>
            <a:ext cx="9303251" cy="2123658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66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Frontend</a:t>
            </a:r>
            <a:r>
              <a:rPr lang="hu-HU" sz="6600" i="1" dirty="0">
                <a:latin typeface="Imprint MT Shadow" panose="04020605060303030202" pitchFamily="82" charset="0"/>
              </a:rPr>
              <a:t> </a:t>
            </a:r>
            <a:r>
              <a:rPr lang="hu-HU" sz="66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kinézete és működésének egy része</a:t>
            </a:r>
          </a:p>
        </p:txBody>
      </p:sp>
    </p:spTree>
    <p:extLst>
      <p:ext uri="{BB962C8B-B14F-4D97-AF65-F5344CB8AC3E}">
        <p14:creationId xmlns:p14="http://schemas.microsoft.com/office/powerpoint/2010/main" val="3793741577"/>
      </p:ext>
    </p:extLst>
  </p:cSld>
  <p:clrMapOvr>
    <a:masterClrMapping/>
  </p:clrMapOvr>
  <p:transition>
    <p:push dir="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A17CE809-AB2C-45C2-9785-01E9289E7359}"/>
              </a:ext>
            </a:extLst>
          </p:cNvPr>
          <p:cNvSpPr txBox="1"/>
          <p:nvPr/>
        </p:nvSpPr>
        <p:spPr>
          <a:xfrm>
            <a:off x="75330" y="226304"/>
            <a:ext cx="4905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 Kezdetleges Frontend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32A53A9-4670-4FC5-8241-B9040FC0414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279"/>
          <a:stretch/>
        </p:blipFill>
        <p:spPr>
          <a:xfrm>
            <a:off x="216231" y="2203713"/>
            <a:ext cx="6984192" cy="3878781"/>
          </a:xfrm>
          <a:prstGeom prst="rect">
            <a:avLst/>
          </a:prstGeom>
          <a:ln w="19050">
            <a:solidFill>
              <a:srgbClr val="92D05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7" name="Szövegdoboz 6"/>
          <p:cNvSpPr txBox="1"/>
          <p:nvPr/>
        </p:nvSpPr>
        <p:spPr>
          <a:xfrm>
            <a:off x="400677" y="876919"/>
            <a:ext cx="362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Kódja és kinézete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7480662" y="2644031"/>
            <a:ext cx="4014652" cy="2677656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Kezdetben így nézett ki a Frontend. </a:t>
            </a:r>
          </a:p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Tartalmazott egy navigációt néhány menüponttal és semmi stílust nem tettünk bele</a:t>
            </a:r>
          </a:p>
        </p:txBody>
      </p:sp>
      <p:pic>
        <p:nvPicPr>
          <p:cNvPr id="10" name="Kép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03" y="2067763"/>
            <a:ext cx="6888478" cy="4150679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11" name="Szövegdoboz 10"/>
          <p:cNvSpPr txBox="1"/>
          <p:nvPr/>
        </p:nvSpPr>
        <p:spPr>
          <a:xfrm>
            <a:off x="234858" y="2466031"/>
            <a:ext cx="4746089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 Frontend kezdetleges kódja egy szimpla index.html be készült. Nagyon kicsi stílussal és script amik arra szolgáltak, hogy tesztelhessük a kód működését</a:t>
            </a:r>
          </a:p>
        </p:txBody>
      </p:sp>
    </p:spTree>
    <p:extLst>
      <p:ext uri="{BB962C8B-B14F-4D97-AF65-F5344CB8AC3E}">
        <p14:creationId xmlns:p14="http://schemas.microsoft.com/office/powerpoint/2010/main" val="86332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6569" y="-481688"/>
            <a:ext cx="4155047" cy="2414427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580836" y="239880"/>
            <a:ext cx="42062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dirty="0">
                <a:solidFill>
                  <a:schemeClr val="bg1"/>
                </a:solidFill>
                <a:latin typeface="Imprint MT Shadow" panose="04020605060303030202" pitchFamily="82" charset="0"/>
              </a:rPr>
              <a:t>Főoldal</a:t>
            </a:r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90" y="1738086"/>
            <a:ext cx="4940231" cy="2737057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0068CF7-2E47-4C60-A44E-956F0C09E64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707" y="2382513"/>
            <a:ext cx="2574578" cy="1448200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0510F6C7-8B97-4424-B0AF-0C56D254DA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9995" y="1738084"/>
            <a:ext cx="4885915" cy="2737058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140947743"/>
      </p:ext>
    </p:extLst>
  </p:cSld>
  <p:clrMapOvr>
    <a:masterClrMapping/>
  </p:clrMapOvr>
  <p:transition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3166" y="-411885"/>
            <a:ext cx="4225772" cy="2455525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283212" y="370552"/>
            <a:ext cx="36833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 kártyák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639" y="2342479"/>
            <a:ext cx="4746730" cy="2657343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0068CF7-2E47-4C60-A44E-956F0C09E6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047" y="2646741"/>
            <a:ext cx="3133305" cy="176248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55416557-CD96-48A6-B34D-A7FFF2D35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4614" y="984754"/>
            <a:ext cx="4697340" cy="2636903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A0C0F2B0-9E5A-42B9-BFD2-F070C26DC1B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4614" y="3827600"/>
            <a:ext cx="4746730" cy="2682935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238719548"/>
      </p:ext>
    </p:extLst>
  </p:cSld>
  <p:clrMapOvr>
    <a:masterClrMapping/>
  </p:clrMapOvr>
  <p:transition spd="med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0459" y="-363528"/>
            <a:ext cx="4086182" cy="2374411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461641" y="259074"/>
            <a:ext cx="4206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Bejelentkezés és regisztráció</a:t>
            </a:r>
          </a:p>
        </p:txBody>
      </p:sp>
      <p:pic>
        <p:nvPicPr>
          <p:cNvPr id="9" name="Kép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00" y="2444490"/>
            <a:ext cx="4943606" cy="2766703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79551A39-149A-463F-A7AB-F737439A9D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628" y="3043891"/>
            <a:ext cx="2572735" cy="144487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55724FA-A04D-412C-9403-C83AE35669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4876" y="930230"/>
            <a:ext cx="4807135" cy="2683595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A38731FA-D5C1-415D-9982-7F8C64E417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0464" y="3869395"/>
            <a:ext cx="4815206" cy="2683596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00889108"/>
      </p:ext>
    </p:extLst>
  </p:cSld>
  <p:clrMapOvr>
    <a:masterClrMapping/>
  </p:clrMapOvr>
  <p:transition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7595" y="-418901"/>
            <a:ext cx="3963959" cy="2303389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712146" y="252245"/>
            <a:ext cx="42062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Profilok</a:t>
            </a:r>
          </a:p>
        </p:txBody>
      </p:sp>
      <p:pic>
        <p:nvPicPr>
          <p:cNvPr id="11" name="Kép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07" y="2173473"/>
            <a:ext cx="4839704" cy="2719251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B92F6A3-2A3A-4390-A1BE-6A161CE25F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253" y="2810659"/>
            <a:ext cx="2572735" cy="144487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C72ADB6-1B7F-41C7-A047-7996DDF4D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2567" y="3835990"/>
            <a:ext cx="4787992" cy="2719251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1942903-D18C-4082-BD43-24B7603607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5001" y="960131"/>
            <a:ext cx="4787992" cy="2686515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25631447"/>
      </p:ext>
    </p:extLst>
  </p:cSld>
  <p:clrMapOvr>
    <a:masterClrMapping/>
  </p:clrMapOvr>
  <p:transition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8215" y="-385813"/>
            <a:ext cx="3994516" cy="2321145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620018" y="290630"/>
            <a:ext cx="42062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dirty="0">
                <a:solidFill>
                  <a:schemeClr val="bg1"/>
                </a:solidFill>
                <a:latin typeface="Imprint MT Shadow" panose="04020605060303030202" pitchFamily="82" charset="0"/>
              </a:rPr>
              <a:t>Mini játék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027" y="2120142"/>
            <a:ext cx="4992470" cy="2801271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4BE265A-BD20-46A1-9B06-087712762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7186" y="2798338"/>
            <a:ext cx="2572735" cy="1444877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740E94C-2E26-4114-9578-C2EC14707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5099" y="953119"/>
            <a:ext cx="4660776" cy="2616031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E43A0BA-6007-4F3E-80A7-173EAE1CFD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2547" y="3883168"/>
            <a:ext cx="4725880" cy="2660814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504564082"/>
      </p:ext>
    </p:extLst>
  </p:cSld>
  <p:clrMapOvr>
    <a:masterClrMapping/>
  </p:clrMapOvr>
  <p:transition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03B1FD9A-21E2-45A7-A3B0-C7639CC27798}"/>
              </a:ext>
            </a:extLst>
          </p:cNvPr>
          <p:cNvSpPr txBox="1"/>
          <p:nvPr/>
        </p:nvSpPr>
        <p:spPr>
          <a:xfrm>
            <a:off x="360093" y="2201661"/>
            <a:ext cx="11407806" cy="2308324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7200" dirty="0">
                <a:solidFill>
                  <a:schemeClr val="bg1"/>
                </a:solidFill>
                <a:latin typeface="Imprint MT Shadow" panose="04020605060303030202" pitchFamily="82" charset="0"/>
              </a:rPr>
              <a:t>Backend működése </a:t>
            </a:r>
          </a:p>
          <a:p>
            <a:pPr algn="ctr"/>
            <a:r>
              <a:rPr lang="hu-HU" sz="7200" dirty="0">
                <a:solidFill>
                  <a:schemeClr val="bg1"/>
                </a:solidFill>
                <a:latin typeface="Imprint MT Shadow" panose="04020605060303030202" pitchFamily="82" charset="0"/>
              </a:rPr>
              <a:t>és kinézete</a:t>
            </a:r>
          </a:p>
        </p:txBody>
      </p:sp>
    </p:spTree>
    <p:extLst>
      <p:ext uri="{BB962C8B-B14F-4D97-AF65-F5344CB8AC3E}">
        <p14:creationId xmlns:p14="http://schemas.microsoft.com/office/powerpoint/2010/main" val="2504730819"/>
      </p:ext>
    </p:extLst>
  </p:cSld>
  <p:clrMapOvr>
    <a:masterClrMapping/>
  </p:clrMapOvr>
  <p:transition>
    <p:push dir="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385813"/>
            <a:ext cx="4660425" cy="2362681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D6801A9-2ECA-489E-A0F1-DE717C78513B}"/>
              </a:ext>
            </a:extLst>
          </p:cNvPr>
          <p:cNvSpPr txBox="1"/>
          <p:nvPr/>
        </p:nvSpPr>
        <p:spPr>
          <a:xfrm>
            <a:off x="138446" y="136940"/>
            <a:ext cx="39089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kezdetleges kódja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9B97B08-2971-4994-B1D4-BFE1DA98B1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0136"/>
          <a:stretch/>
        </p:blipFill>
        <p:spPr>
          <a:xfrm>
            <a:off x="164243" y="2213973"/>
            <a:ext cx="6371400" cy="3219161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11349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403568"/>
            <a:ext cx="4648539" cy="2356655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A2003BB-DD81-4263-9D62-44C100A9CB1E}"/>
              </a:ext>
            </a:extLst>
          </p:cNvPr>
          <p:cNvSpPr txBox="1"/>
          <p:nvPr/>
        </p:nvSpPr>
        <p:spPr>
          <a:xfrm>
            <a:off x="0" y="172136"/>
            <a:ext cx="37996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kezdetleges végpontjai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835258-9ED8-44E1-AB14-9FB1C3A15D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27" r="3723"/>
          <a:stretch/>
        </p:blipFill>
        <p:spPr>
          <a:xfrm>
            <a:off x="189053" y="2204881"/>
            <a:ext cx="7349914" cy="3574481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/>
          <p:cNvSpPr txBox="1"/>
          <p:nvPr/>
        </p:nvSpPr>
        <p:spPr>
          <a:xfrm>
            <a:off x="7916091" y="2654481"/>
            <a:ext cx="3091543" cy="2554545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Itt a Backendbe az általunk 5 nagyon fontos végpontok találhatóak meg</a:t>
            </a:r>
          </a:p>
        </p:txBody>
      </p:sp>
    </p:spTree>
    <p:extLst>
      <p:ext uri="{BB962C8B-B14F-4D97-AF65-F5344CB8AC3E}">
        <p14:creationId xmlns:p14="http://schemas.microsoft.com/office/powerpoint/2010/main" val="837542327"/>
      </p:ext>
    </p:extLst>
  </p:cSld>
  <p:clrMapOvr>
    <a:masterClrMapping/>
  </p:clrMapOvr>
  <p:transition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350302"/>
            <a:ext cx="4018133" cy="203706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6F0D393-C8A7-40BD-84C9-17CEB05275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30" y="1795870"/>
            <a:ext cx="7772763" cy="203706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621436" y="181172"/>
            <a:ext cx="17222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Autók</a:t>
            </a:r>
          </a:p>
        </p:txBody>
      </p:sp>
    </p:spTree>
    <p:extLst>
      <p:ext uri="{BB962C8B-B14F-4D97-AF65-F5344CB8AC3E}">
        <p14:creationId xmlns:p14="http://schemas.microsoft.com/office/powerpoint/2010/main" val="3270997015"/>
      </p:ext>
    </p:extLst>
  </p:cSld>
  <p:clrMapOvr>
    <a:masterClrMapping/>
  </p:clrMapOvr>
  <p:transition>
    <p:cover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350302"/>
            <a:ext cx="4018133" cy="203706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-132813" y="245014"/>
            <a:ext cx="319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Kommentek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F368673-4764-4647-B765-23928C545F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065" y="1782691"/>
            <a:ext cx="7795093" cy="203706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67130546"/>
      </p:ext>
    </p:extLst>
  </p:cSld>
  <p:clrMapOvr>
    <a:masterClrMapping/>
  </p:clrMapOvr>
  <p:transition>
    <p:cover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350302"/>
            <a:ext cx="4018133" cy="203706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0" y="287634"/>
            <a:ext cx="31160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Felhasználók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B507BE-C7F7-4081-A6A4-5534F56C67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186" y="1867930"/>
            <a:ext cx="8096435" cy="2044283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251396613"/>
      </p:ext>
    </p:extLst>
  </p:cSld>
  <p:clrMapOvr>
    <a:masterClrMapping/>
  </p:clrMapOvr>
  <p:transition>
    <p:cover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12683"/>
          <a:stretch/>
        </p:blipFill>
        <p:spPr>
          <a:xfrm>
            <a:off x="-64008" y="-473942"/>
            <a:ext cx="4966640" cy="2883658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DEE65220-3BBA-454A-B2B5-73C36617E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509" y="2203180"/>
            <a:ext cx="8724911" cy="2225945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53B52D56-9B8A-4215-86C5-B04868F5824B}"/>
              </a:ext>
            </a:extLst>
          </p:cNvPr>
          <p:cNvSpPr txBox="1"/>
          <p:nvPr/>
        </p:nvSpPr>
        <p:spPr>
          <a:xfrm>
            <a:off x="0" y="286756"/>
            <a:ext cx="41743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Az adatbázis jelenlegi 	állapota</a:t>
            </a:r>
          </a:p>
        </p:txBody>
      </p:sp>
    </p:spTree>
    <p:extLst>
      <p:ext uri="{BB962C8B-B14F-4D97-AF65-F5344CB8AC3E}">
        <p14:creationId xmlns:p14="http://schemas.microsoft.com/office/powerpoint/2010/main" val="3910775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2D9B8EF7-A980-47D5-BE3D-870626378380}"/>
              </a:ext>
            </a:extLst>
          </p:cNvPr>
          <p:cNvSpPr txBox="1"/>
          <p:nvPr/>
        </p:nvSpPr>
        <p:spPr>
          <a:xfrm>
            <a:off x="635301" y="2290439"/>
            <a:ext cx="10857390" cy="1938992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6000" dirty="0">
                <a:solidFill>
                  <a:schemeClr val="bg1"/>
                </a:solidFill>
                <a:latin typeface="Imprint MT Shadow" panose="04020605060303030202" pitchFamily="82" charset="0"/>
              </a:rPr>
              <a:t>Adatbázis és Fronten működésének egy része</a:t>
            </a:r>
          </a:p>
        </p:txBody>
      </p:sp>
    </p:spTree>
    <p:extLst>
      <p:ext uri="{BB962C8B-B14F-4D97-AF65-F5344CB8AC3E}">
        <p14:creationId xmlns:p14="http://schemas.microsoft.com/office/powerpoint/2010/main" val="1335619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3785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047875" y="2550283"/>
            <a:ext cx="9544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dirty="0">
                <a:solidFill>
                  <a:schemeClr val="bg1"/>
                </a:solidFill>
                <a:latin typeface="Imprint MT Shadow" panose="04020605060303030202" pitchFamily="82" charset="0"/>
              </a:rPr>
              <a:t>Köszönjük a figyelmet!!</a:t>
            </a:r>
          </a:p>
        </p:txBody>
      </p:sp>
    </p:spTree>
    <p:extLst>
      <p:ext uri="{BB962C8B-B14F-4D97-AF65-F5344CB8AC3E}">
        <p14:creationId xmlns:p14="http://schemas.microsoft.com/office/powerpoint/2010/main" val="2015606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</Words>
  <Application>Microsoft Office PowerPoint</Application>
  <PresentationFormat>Szélesvásznú</PresentationFormat>
  <Paragraphs>51</Paragraphs>
  <Slides>24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Imprint MT Shadow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MITISZK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Tanuló</dc:creator>
  <cp:lastModifiedBy>Tanuló</cp:lastModifiedBy>
  <cp:revision>41</cp:revision>
  <dcterms:created xsi:type="dcterms:W3CDTF">2025-02-13T06:51:23Z</dcterms:created>
  <dcterms:modified xsi:type="dcterms:W3CDTF">2025-04-02T08:43:12Z</dcterms:modified>
</cp:coreProperties>
</file>