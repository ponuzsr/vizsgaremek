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3" r:id="rId5"/>
    <p:sldId id="266" r:id="rId6"/>
    <p:sldId id="274" r:id="rId7"/>
    <p:sldId id="290" r:id="rId8"/>
    <p:sldId id="281" r:id="rId9"/>
    <p:sldId id="258" r:id="rId10"/>
    <p:sldId id="259" r:id="rId11"/>
    <p:sldId id="278" r:id="rId12"/>
    <p:sldId id="284" r:id="rId13"/>
    <p:sldId id="287" r:id="rId14"/>
    <p:sldId id="275" r:id="rId15"/>
    <p:sldId id="277" r:id="rId16"/>
    <p:sldId id="285" r:id="rId17"/>
    <p:sldId id="286" r:id="rId18"/>
    <p:sldId id="276" r:id="rId19"/>
    <p:sldId id="272" r:id="rId20"/>
    <p:sldId id="282" r:id="rId21"/>
    <p:sldId id="260" r:id="rId22"/>
    <p:sldId id="261" r:id="rId23"/>
    <p:sldId id="269" r:id="rId24"/>
    <p:sldId id="279" r:id="rId25"/>
    <p:sldId id="280" r:id="rId26"/>
    <p:sldId id="288" r:id="rId27"/>
    <p:sldId id="262" r:id="rId28"/>
    <p:sldId id="283" r:id="rId29"/>
    <p:sldId id="291" r:id="rId30"/>
    <p:sldId id="273" r:id="rId3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pp Viktória" initials="PV" lastIdx="1" clrIdx="0">
    <p:extLst>
      <p:ext uri="{19B8F6BF-5375-455C-9EA6-DF929625EA0E}">
        <p15:presenceInfo xmlns:p15="http://schemas.microsoft.com/office/powerpoint/2012/main" userId="Papp Viktór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237"/>
    <a:srgbClr val="302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04T10:35:05.390" idx="1">
    <p:pos x="7680" y="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781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345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606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38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6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6465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5939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405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989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18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578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ACEBD-E6DF-46BC-A87A-292CDFEBE7C7}" type="datetimeFigureOut">
              <a:rPr lang="hu-HU" smtClean="0"/>
              <a:t>2025. 04. 14.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CB6AA-1B4D-4E3F-AB3F-31811BE96BB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282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gif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152" y="0"/>
            <a:ext cx="12262637" cy="6858000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048" y="2769206"/>
            <a:ext cx="4602806" cy="2505425"/>
          </a:xfrm>
          <a:prstGeom prst="rect">
            <a:avLst/>
          </a:prstGeom>
          <a:effectLst>
            <a:glow rad="101600">
              <a:srgbClr val="002060">
                <a:alpha val="60000"/>
              </a:srgbClr>
            </a:glow>
            <a:innerShdw blurRad="114300">
              <a:prstClr val="black"/>
            </a:innerShdw>
          </a:effectLst>
        </p:spPr>
      </p:pic>
      <p:sp>
        <p:nvSpPr>
          <p:cNvPr id="12" name="Szövegdoboz 11"/>
          <p:cNvSpPr txBox="1"/>
          <p:nvPr/>
        </p:nvSpPr>
        <p:spPr>
          <a:xfrm>
            <a:off x="121986" y="175649"/>
            <a:ext cx="3108960" cy="707886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Készítették:</a:t>
            </a:r>
          </a:p>
        </p:txBody>
      </p:sp>
      <p:sp>
        <p:nvSpPr>
          <p:cNvPr id="18" name="Szövegdoboz 17"/>
          <p:cNvSpPr txBox="1"/>
          <p:nvPr/>
        </p:nvSpPr>
        <p:spPr>
          <a:xfrm>
            <a:off x="3114" y="3160227"/>
            <a:ext cx="1673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Pónuzs</a:t>
            </a:r>
          </a:p>
        </p:txBody>
      </p:sp>
      <p:sp>
        <p:nvSpPr>
          <p:cNvPr id="19" name="Szövegdoboz 18"/>
          <p:cNvSpPr txBox="1"/>
          <p:nvPr/>
        </p:nvSpPr>
        <p:spPr>
          <a:xfrm>
            <a:off x="1249856" y="3665293"/>
            <a:ext cx="2235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Richárd</a:t>
            </a:r>
          </a:p>
        </p:txBody>
      </p:sp>
      <p:sp>
        <p:nvSpPr>
          <p:cNvPr id="20" name="Szövegdoboz 19"/>
          <p:cNvSpPr txBox="1"/>
          <p:nvPr/>
        </p:nvSpPr>
        <p:spPr>
          <a:xfrm>
            <a:off x="2645281" y="4051030"/>
            <a:ext cx="1444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Gyula</a:t>
            </a:r>
          </a:p>
        </p:txBody>
      </p:sp>
      <p:sp>
        <p:nvSpPr>
          <p:cNvPr id="21" name="Szövegdoboz 20"/>
          <p:cNvSpPr txBox="1"/>
          <p:nvPr/>
        </p:nvSpPr>
        <p:spPr>
          <a:xfrm>
            <a:off x="6140161" y="5328155"/>
            <a:ext cx="5102352" cy="707886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4000" i="1" dirty="0">
                <a:solidFill>
                  <a:schemeClr val="bg1"/>
                </a:solidFill>
                <a:latin typeface="Imprint MT Shadow" panose="04020605060303030202" pitchFamily="82" charset="0"/>
              </a:rPr>
              <a:t>CLASSICGARAGE</a:t>
            </a:r>
          </a:p>
        </p:txBody>
      </p:sp>
      <p:pic>
        <p:nvPicPr>
          <p:cNvPr id="23" name="Kép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9" y="962433"/>
            <a:ext cx="5734784" cy="425165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26" name="Kép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9870" y="4603229"/>
            <a:ext cx="5240394" cy="271295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28" name="Kép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7848" y="608450"/>
            <a:ext cx="4157966" cy="271295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9" name="Szövegdoboz 28"/>
          <p:cNvSpPr txBox="1"/>
          <p:nvPr/>
        </p:nvSpPr>
        <p:spPr>
          <a:xfrm>
            <a:off x="0" y="5118969"/>
            <a:ext cx="1527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Koncz</a:t>
            </a:r>
          </a:p>
        </p:txBody>
      </p:sp>
      <p:sp>
        <p:nvSpPr>
          <p:cNvPr id="30" name="Szövegdoboz 29"/>
          <p:cNvSpPr txBox="1"/>
          <p:nvPr/>
        </p:nvSpPr>
        <p:spPr>
          <a:xfrm>
            <a:off x="1330356" y="5558767"/>
            <a:ext cx="1562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Dániel</a:t>
            </a:r>
          </a:p>
        </p:txBody>
      </p:sp>
      <p:sp>
        <p:nvSpPr>
          <p:cNvPr id="31" name="Szövegdoboz 30"/>
          <p:cNvSpPr txBox="1"/>
          <p:nvPr/>
        </p:nvSpPr>
        <p:spPr>
          <a:xfrm>
            <a:off x="2645281" y="6060448"/>
            <a:ext cx="173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Marcell</a:t>
            </a:r>
          </a:p>
        </p:txBody>
      </p:sp>
      <p:sp>
        <p:nvSpPr>
          <p:cNvPr id="32" name="Szövegdoboz 31"/>
          <p:cNvSpPr txBox="1"/>
          <p:nvPr/>
        </p:nvSpPr>
        <p:spPr>
          <a:xfrm>
            <a:off x="0" y="1192180"/>
            <a:ext cx="125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Papp</a:t>
            </a:r>
          </a:p>
        </p:txBody>
      </p:sp>
      <p:sp>
        <p:nvSpPr>
          <p:cNvPr id="33" name="Szövegdoboz 32"/>
          <p:cNvSpPr txBox="1"/>
          <p:nvPr/>
        </p:nvSpPr>
        <p:spPr>
          <a:xfrm>
            <a:off x="1330356" y="1933627"/>
            <a:ext cx="1856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Viktória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5" b="18493"/>
          <a:stretch/>
        </p:blipFill>
        <p:spPr>
          <a:xfrm>
            <a:off x="6330537" y="1367246"/>
            <a:ext cx="4089168" cy="2263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964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-342887"/>
            <a:ext cx="4472201" cy="2184698"/>
          </a:xfrm>
          <a:prstGeom prst="rect">
            <a:avLst/>
          </a:prstGeom>
          <a:effectLst>
            <a:glow rad="101600">
              <a:srgbClr val="002060">
                <a:alpha val="60000"/>
              </a:srgbClr>
            </a:glow>
            <a:innerShdw blurRad="114300">
              <a:prstClr val="black"/>
            </a:innerShdw>
          </a:effectLst>
        </p:spPr>
      </p:pic>
      <p:sp>
        <p:nvSpPr>
          <p:cNvPr id="6" name="Szövegdoboz 5"/>
          <p:cNvSpPr txBox="1"/>
          <p:nvPr/>
        </p:nvSpPr>
        <p:spPr>
          <a:xfrm>
            <a:off x="149470" y="128820"/>
            <a:ext cx="3024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A projektünk </a:t>
            </a:r>
          </a:p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létrejötte 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149470" y="1913934"/>
            <a:ext cx="5987561" cy="4062651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Csapatunk tagjait a történelem és az autók iránti érdeklődés egyaránt motiválja. </a:t>
            </a:r>
          </a:p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E két szenvedély ötvözeteként hoztuk létre a „ClassicGarage” weboldalt aminek nevét a kreatív csapat tagok találtak ki. </a:t>
            </a:r>
          </a:p>
          <a:p>
            <a:endParaRPr lang="hu-HU" sz="2400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Itt a 50-es évektől egészen a 80-as évekig mutatjuk be az autókat, képekkel, érdekességekkel és izgalmas történetekkel illetve egyéb extrákkal.</a:t>
            </a:r>
          </a:p>
          <a:p>
            <a:endParaRPr lang="hu-HU" dirty="0"/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570177" y="-445458"/>
            <a:ext cx="4713294" cy="2389839"/>
          </a:xfrm>
          <a:prstGeom prst="rect">
            <a:avLst/>
          </a:prstGeom>
        </p:spPr>
      </p:pic>
      <p:sp>
        <p:nvSpPr>
          <p:cNvPr id="8" name="Szövegdoboz 7"/>
          <p:cNvSpPr txBox="1"/>
          <p:nvPr/>
        </p:nvSpPr>
        <p:spPr>
          <a:xfrm>
            <a:off x="8721969" y="190375"/>
            <a:ext cx="35615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Miben segít a mi weboldalunk?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7013178" y="1713051"/>
            <a:ext cx="5029200" cy="4893647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Ez egy ismeretterjesztő oldal retro autókról amit azért hoztunk létre, hogy a retro autók szeretőinek illetve annak megismerőinek segíteni tudjunk.</a:t>
            </a:r>
          </a:p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Illetve ezzel szeretnénk egy közösséget is kiépíteni ahol a felhasználók tudnak egymásnak segíteni. </a:t>
            </a:r>
          </a:p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Ilyen össze szedett szépen megformázott és sok minden jóval ellátott weboldal nincs még egy mint a miénk.</a:t>
            </a:r>
          </a:p>
        </p:txBody>
      </p:sp>
    </p:spTree>
    <p:extLst>
      <p:ext uri="{BB962C8B-B14F-4D97-AF65-F5344CB8AC3E}">
        <p14:creationId xmlns:p14="http://schemas.microsoft.com/office/powerpoint/2010/main" val="3167465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75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" y="-483468"/>
            <a:ext cx="4751601" cy="2622986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215210" y="432361"/>
            <a:ext cx="3857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Munkafelosztás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" t="16368" r="80779" b="63373"/>
          <a:stretch/>
        </p:blipFill>
        <p:spPr>
          <a:xfrm>
            <a:off x="672384" y="4364417"/>
            <a:ext cx="3105320" cy="1617057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038511" flipH="1" flipV="1">
            <a:off x="944659" y="2806608"/>
            <a:ext cx="1823976" cy="17809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2731990" y="2667799"/>
            <a:ext cx="3729771" cy="830997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A munka felosztása Trelloban történt meg.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7000627" y="1836802"/>
            <a:ext cx="4145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i="1" dirty="0">
                <a:solidFill>
                  <a:schemeClr val="bg1"/>
                </a:solidFill>
                <a:latin typeface="Imprint MT Shadow" panose="04020605060303030202" pitchFamily="82" charset="0"/>
              </a:rPr>
              <a:t>Papp Viktória: </a:t>
            </a:r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Frontend, ppt és dokumentáció.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7000627" y="2667798"/>
            <a:ext cx="404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i="1" dirty="0">
                <a:solidFill>
                  <a:schemeClr val="bg1"/>
                </a:solidFill>
                <a:latin typeface="Imprint MT Shadow" panose="04020605060303030202" pitchFamily="82" charset="0"/>
              </a:rPr>
              <a:t>Pónuzs Richárd Gyula: </a:t>
            </a:r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Backend, ppt, dokumentáció.</a:t>
            </a:r>
          </a:p>
        </p:txBody>
      </p:sp>
      <p:sp>
        <p:nvSpPr>
          <p:cNvPr id="10" name="Szövegdoboz 9"/>
          <p:cNvSpPr txBox="1"/>
          <p:nvPr/>
        </p:nvSpPr>
        <p:spPr>
          <a:xfrm>
            <a:off x="7000627" y="3516404"/>
            <a:ext cx="4519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i="1" dirty="0">
                <a:solidFill>
                  <a:schemeClr val="bg1"/>
                </a:solidFill>
                <a:latin typeface="Imprint MT Shadow" panose="04020605060303030202" pitchFamily="82" charset="0"/>
              </a:rPr>
              <a:t>Koncz Dániel Marcell: </a:t>
            </a:r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Backend, adatbázis, dokumentáció.</a:t>
            </a:r>
          </a:p>
        </p:txBody>
      </p:sp>
      <p:sp>
        <p:nvSpPr>
          <p:cNvPr id="11" name="Szövegdoboz 10"/>
          <p:cNvSpPr txBox="1"/>
          <p:nvPr/>
        </p:nvSpPr>
        <p:spPr>
          <a:xfrm>
            <a:off x="7053410" y="4364417"/>
            <a:ext cx="3936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Bár a feladatokat kiosztottuk még is ha valakinek segítség kellett tudtunk egymásnak segíteni.</a:t>
            </a:r>
          </a:p>
        </p:txBody>
      </p:sp>
      <p:pic>
        <p:nvPicPr>
          <p:cNvPr id="13" name="Kép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85635">
            <a:off x="4577967" y="4508864"/>
            <a:ext cx="1920239" cy="192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0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 rotWithShape="1">
          <a:blip r:embed="rId3"/>
          <a:srcRect l="25003"/>
          <a:stretch/>
        </p:blipFill>
        <p:spPr>
          <a:xfrm>
            <a:off x="-64008" y="-474590"/>
            <a:ext cx="3748924" cy="253421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F0FFBDAC-647A-42DA-8685-F53A7F124D27}"/>
              </a:ext>
            </a:extLst>
          </p:cNvPr>
          <p:cNvSpPr txBox="1"/>
          <p:nvPr/>
        </p:nvSpPr>
        <p:spPr>
          <a:xfrm>
            <a:off x="369311" y="385635"/>
            <a:ext cx="1608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Github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3B753B8-E8CC-4D64-B0B0-EB30EB1200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5" t="14202" r="45662" b="17392"/>
          <a:stretch/>
        </p:blipFill>
        <p:spPr>
          <a:xfrm>
            <a:off x="424528" y="2188435"/>
            <a:ext cx="3105832" cy="363759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0FA7EB77-FE77-4857-BEA4-9DAE2A8CD517}"/>
              </a:ext>
            </a:extLst>
          </p:cNvPr>
          <p:cNvSpPr txBox="1"/>
          <p:nvPr/>
        </p:nvSpPr>
        <p:spPr>
          <a:xfrm>
            <a:off x="3801294" y="2188435"/>
            <a:ext cx="3810022" cy="3539430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5 Branch található a GitHub-ba ebből mi 4ben dolgozunk. Backend, Database, Dokumentumok és Frontend</a:t>
            </a:r>
          </a:p>
          <a:p>
            <a:endParaRPr lang="hu-HU" sz="3200" dirty="0"/>
          </a:p>
        </p:txBody>
      </p:sp>
      <p:sp>
        <p:nvSpPr>
          <p:cNvPr id="7" name="Szövegdoboz 6"/>
          <p:cNvSpPr txBox="1"/>
          <p:nvPr/>
        </p:nvSpPr>
        <p:spPr>
          <a:xfrm>
            <a:off x="7882251" y="2188435"/>
            <a:ext cx="4159620" cy="3108543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Eleinte voltak nehézségeink a GitHub működésével de mára már szerencsére minden bajunk megoldódott és könnyen dolgozunk benne.</a:t>
            </a:r>
          </a:p>
        </p:txBody>
      </p:sp>
    </p:spTree>
    <p:extLst>
      <p:ext uri="{BB962C8B-B14F-4D97-AF65-F5344CB8AC3E}">
        <p14:creationId xmlns:p14="http://schemas.microsoft.com/office/powerpoint/2010/main" val="2352895758"/>
      </p:ext>
    </p:extLst>
  </p:cSld>
  <p:clrMapOvr>
    <a:masterClrMapping/>
  </p:clrMapOvr>
  <p:transition spd="med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 rotWithShape="1">
          <a:blip r:embed="rId3"/>
          <a:srcRect l="22851"/>
          <a:stretch/>
        </p:blipFill>
        <p:spPr>
          <a:xfrm>
            <a:off x="-64008" y="-438485"/>
            <a:ext cx="3520032" cy="2313108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0903002-9ADB-45DF-AEED-82C64991DA36}"/>
              </a:ext>
            </a:extLst>
          </p:cNvPr>
          <p:cNvSpPr txBox="1"/>
          <p:nvPr/>
        </p:nvSpPr>
        <p:spPr>
          <a:xfrm>
            <a:off x="73737" y="310843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Branchek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6516002" y="966682"/>
            <a:ext cx="4769467" cy="1815882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A Frontendbe a Backendbe és az Adatbázisban dolgozunk a legtöbbet itt találhatóak a legtöbb commitok is.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65" y="1704050"/>
            <a:ext cx="4899161" cy="2157028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35" y="4292065"/>
            <a:ext cx="5817325" cy="2092787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002" y="3221049"/>
            <a:ext cx="5516375" cy="34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1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 rotWithShape="1">
          <a:blip r:embed="rId3"/>
          <a:srcRect l="22851"/>
          <a:stretch/>
        </p:blipFill>
        <p:spPr>
          <a:xfrm>
            <a:off x="-64007" y="-411305"/>
            <a:ext cx="3557546" cy="233775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0903002-9ADB-45DF-AEED-82C64991DA36}"/>
              </a:ext>
            </a:extLst>
          </p:cNvPr>
          <p:cNvSpPr txBox="1"/>
          <p:nvPr/>
        </p:nvSpPr>
        <p:spPr>
          <a:xfrm>
            <a:off x="134528" y="342340"/>
            <a:ext cx="22765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Branchek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5226426" y="2269202"/>
            <a:ext cx="3401350" cy="1938992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A Dokumentumok részben kevesebb commit található mivel munkáinkat inkább Trelloba tettük fel de GitHub-</a:t>
            </a:r>
            <a:r>
              <a:rPr lang="hu-HU" sz="20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ra</a:t>
            </a:r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 is elkezdtük feltenni őket.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46" r="80493" b="54493"/>
          <a:stretch/>
        </p:blipFill>
        <p:spPr>
          <a:xfrm>
            <a:off x="8366787" y="1458127"/>
            <a:ext cx="1962150" cy="581025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1" name="Kép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1" t="30212" r="3787" b="56062"/>
          <a:stretch/>
        </p:blipFill>
        <p:spPr>
          <a:xfrm>
            <a:off x="9989646" y="2303789"/>
            <a:ext cx="1847850" cy="66675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5566" flipV="1">
            <a:off x="3370857" y="2430333"/>
            <a:ext cx="1779608" cy="1779608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196487">
            <a:off x="8805557" y="2761595"/>
            <a:ext cx="1804346" cy="1804346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369" y="5099755"/>
            <a:ext cx="2868173" cy="1909384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49" y="3936944"/>
            <a:ext cx="4805719" cy="257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1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323" y="-536733"/>
            <a:ext cx="5471573" cy="2773906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291870F6-6391-411F-8894-048A48763A4D}"/>
              </a:ext>
            </a:extLst>
          </p:cNvPr>
          <p:cNvSpPr txBox="1"/>
          <p:nvPr/>
        </p:nvSpPr>
        <p:spPr>
          <a:xfrm>
            <a:off x="0" y="154341"/>
            <a:ext cx="4136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Felhasználónevek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733B3AE-4B76-4642-AD24-B62D4B663835}"/>
              </a:ext>
            </a:extLst>
          </p:cNvPr>
          <p:cNvSpPr txBox="1"/>
          <p:nvPr/>
        </p:nvSpPr>
        <p:spPr>
          <a:xfrm>
            <a:off x="1944209" y="863403"/>
            <a:ext cx="3622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és jelszavak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F8C7A0A0-51E7-411A-8751-CC315338D4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463" y="1782621"/>
            <a:ext cx="7191432" cy="1982570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800C2D4-6487-446F-830E-AFF21BEC6951}"/>
              </a:ext>
            </a:extLst>
          </p:cNvPr>
          <p:cNvSpPr txBox="1"/>
          <p:nvPr/>
        </p:nvSpPr>
        <p:spPr>
          <a:xfrm>
            <a:off x="441262" y="4385527"/>
            <a:ext cx="4572000" cy="1938992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A Frontend branchen található egy falhasználók.txt-ben.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Felhasználónevek,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Jelszavak,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Szerepkörök.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3433AC9-9F2B-4374-9910-EA3D5BC8A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84760">
            <a:off x="2682265" y="2352962"/>
            <a:ext cx="2145978" cy="215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1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 rotWithShape="1">
          <a:blip r:embed="rId3"/>
          <a:srcRect l="22851"/>
          <a:stretch/>
        </p:blipFill>
        <p:spPr>
          <a:xfrm>
            <a:off x="-64007" y="-411305"/>
            <a:ext cx="3557546" cy="2337759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0903002-9ADB-45DF-AEED-82C64991DA36}"/>
              </a:ext>
            </a:extLst>
          </p:cNvPr>
          <p:cNvSpPr txBox="1"/>
          <p:nvPr/>
        </p:nvSpPr>
        <p:spPr>
          <a:xfrm>
            <a:off x="445247" y="403631"/>
            <a:ext cx="1515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Trello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83A5B9E-C728-4273-BDC2-FFA591957AD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82"/>
          <a:stretch/>
        </p:blipFill>
        <p:spPr>
          <a:xfrm>
            <a:off x="189801" y="1685598"/>
            <a:ext cx="4411087" cy="3245949"/>
          </a:xfrm>
          <a:prstGeom prst="rect">
            <a:avLst/>
          </a:prstGeom>
          <a:ln>
            <a:solidFill>
              <a:srgbClr val="333237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9BFF4D4F-28AB-4BC8-8F56-B462A9B689E8}"/>
              </a:ext>
            </a:extLst>
          </p:cNvPr>
          <p:cNvSpPr txBox="1"/>
          <p:nvPr/>
        </p:nvSpPr>
        <p:spPr>
          <a:xfrm>
            <a:off x="6117956" y="682618"/>
            <a:ext cx="3449627" cy="1384995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Trelloba is feltettük munkáinkat szépen követhetően.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22D2DC9-D94F-495F-9638-EFCAB08EA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641" y="2750231"/>
            <a:ext cx="6624829" cy="4047729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405711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445" y="-483467"/>
            <a:ext cx="5549772" cy="281355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A17CE809-AB2C-45C2-9785-01E9289E7359}"/>
              </a:ext>
            </a:extLst>
          </p:cNvPr>
          <p:cNvSpPr txBox="1"/>
          <p:nvPr/>
        </p:nvSpPr>
        <p:spPr>
          <a:xfrm>
            <a:off x="0" y="209773"/>
            <a:ext cx="4905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A Kezdetleges Frontend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32A53A9-4670-4FC5-8241-B9040FC041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79"/>
          <a:stretch/>
        </p:blipFill>
        <p:spPr>
          <a:xfrm>
            <a:off x="216231" y="2203713"/>
            <a:ext cx="6984192" cy="3878781"/>
          </a:xfrm>
          <a:prstGeom prst="rect">
            <a:avLst/>
          </a:prstGeom>
          <a:ln w="19050">
            <a:solidFill>
              <a:srgbClr val="92D05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zövegdoboz 6"/>
          <p:cNvSpPr txBox="1"/>
          <p:nvPr/>
        </p:nvSpPr>
        <p:spPr>
          <a:xfrm>
            <a:off x="234858" y="914524"/>
            <a:ext cx="362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Kódja és kinézete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7480662" y="2644031"/>
            <a:ext cx="4014652" cy="2677656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Kezdetben így nézett ki a Frontend. </a:t>
            </a:r>
          </a:p>
          <a:p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Tartalmazott egy navigációt néhány menüponttal és semmi stílust nem tettünk bele</a:t>
            </a:r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03" y="2067763"/>
            <a:ext cx="6888478" cy="4150679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1" name="Szövegdoboz 10"/>
          <p:cNvSpPr txBox="1"/>
          <p:nvPr/>
        </p:nvSpPr>
        <p:spPr>
          <a:xfrm>
            <a:off x="234858" y="2466031"/>
            <a:ext cx="4746089" cy="3539430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A Frontend kezdetleges kódja egy szimpla index.html be készült. Nagyon kicsi stílussal és script amik arra szolgáltak, hogy tesztelhessük a kód működését</a:t>
            </a:r>
          </a:p>
        </p:txBody>
      </p:sp>
    </p:spTree>
    <p:extLst>
      <p:ext uri="{BB962C8B-B14F-4D97-AF65-F5344CB8AC3E}">
        <p14:creationId xmlns:p14="http://schemas.microsoft.com/office/powerpoint/2010/main" val="86332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305" y="-359867"/>
            <a:ext cx="3566255" cy="2072290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-914981" y="178091"/>
            <a:ext cx="4206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dirty="0">
                <a:solidFill>
                  <a:schemeClr val="bg1"/>
                </a:solidFill>
                <a:latin typeface="Imprint MT Shadow" panose="04020605060303030202" pitchFamily="82" charset="0"/>
              </a:rPr>
              <a:t>Főoldal</a:t>
            </a: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50" y="1512186"/>
            <a:ext cx="5760224" cy="319136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0068CF7-2E47-4C60-A44E-956F0C09E64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35568">
            <a:off x="5688446" y="2026827"/>
            <a:ext cx="2097918" cy="1180079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0510F6C7-8B97-4424-B0AF-0C56D254D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545" y="3564138"/>
            <a:ext cx="5879865" cy="3293862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40947743"/>
      </p:ext>
    </p:extLst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478" y="-411886"/>
            <a:ext cx="4013410" cy="2332125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-341401" y="312363"/>
            <a:ext cx="3683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Autó kártyák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69" y="1744498"/>
            <a:ext cx="6182742" cy="346125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F0068CF7-2E47-4C60-A44E-956F0C09E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22087" y="3382892"/>
            <a:ext cx="3133305" cy="1762484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6924502" y="1920239"/>
            <a:ext cx="3616037" cy="1200329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33237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Az autó kártyái nem voltak egyformák és nem volt rajta stílus</a:t>
            </a:r>
          </a:p>
        </p:txBody>
      </p:sp>
    </p:spTree>
    <p:extLst>
      <p:ext uri="{BB962C8B-B14F-4D97-AF65-F5344CB8AC3E}">
        <p14:creationId xmlns:p14="http://schemas.microsoft.com/office/powerpoint/2010/main" val="3238719548"/>
      </p:ext>
    </p:extLst>
  </p:cSld>
  <p:clrMapOvr>
    <a:masterClrMapping/>
  </p:clrMapOvr>
  <p:transition spd="med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104" y="-325525"/>
            <a:ext cx="3954297" cy="2004697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5" y="1454728"/>
            <a:ext cx="5932405" cy="341653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070" y="3084513"/>
            <a:ext cx="6165419" cy="3573489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182880" y="299258"/>
            <a:ext cx="2576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Autó Kártyák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0065457" y="201222"/>
            <a:ext cx="1761897" cy="3127519"/>
          </a:xfrm>
          <a:prstGeom prst="rect">
            <a:avLst/>
          </a:prstGeom>
        </p:spPr>
      </p:pic>
      <p:sp>
        <p:nvSpPr>
          <p:cNvPr id="8" name="Szövegdoboz 7"/>
          <p:cNvSpPr txBox="1"/>
          <p:nvPr/>
        </p:nvSpPr>
        <p:spPr>
          <a:xfrm>
            <a:off x="1332948" y="5241410"/>
            <a:ext cx="3101716" cy="523220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33237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Autó kártyák eleje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7080986" y="2398531"/>
            <a:ext cx="3865419" cy="52322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33237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Az autó kártyák hátulja</a:t>
            </a:r>
          </a:p>
        </p:txBody>
      </p:sp>
    </p:spTree>
    <p:extLst>
      <p:ext uri="{BB962C8B-B14F-4D97-AF65-F5344CB8AC3E}">
        <p14:creationId xmlns:p14="http://schemas.microsoft.com/office/powerpoint/2010/main" val="42726741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129" y="-407653"/>
            <a:ext cx="4181384" cy="2119823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96715" y="271949"/>
            <a:ext cx="4984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Részletesebben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546" y="598804"/>
            <a:ext cx="5465060" cy="3024090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Szövegdoboz 5"/>
          <p:cNvSpPr txBox="1"/>
          <p:nvPr/>
        </p:nvSpPr>
        <p:spPr>
          <a:xfrm>
            <a:off x="4213978" y="579336"/>
            <a:ext cx="2461847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Részletesebb adatok: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41" y="3745616"/>
            <a:ext cx="7315201" cy="2839006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zövegdoboz 7"/>
          <p:cNvSpPr txBox="1"/>
          <p:nvPr/>
        </p:nvSpPr>
        <p:spPr>
          <a:xfrm>
            <a:off x="192541" y="3272183"/>
            <a:ext cx="3604846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Kommentek és komment írása:</a:t>
            </a:r>
          </a:p>
        </p:txBody>
      </p:sp>
    </p:spTree>
    <p:extLst>
      <p:ext uri="{BB962C8B-B14F-4D97-AF65-F5344CB8AC3E}">
        <p14:creationId xmlns:p14="http://schemas.microsoft.com/office/powerpoint/2010/main" val="11646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0459" y="-363528"/>
            <a:ext cx="4086182" cy="2374411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-461641" y="259074"/>
            <a:ext cx="4206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Bejelentkezés és regisztráció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1" y="2443165"/>
            <a:ext cx="4943606" cy="2766703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79551A39-149A-463F-A7AB-F737439A9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548" y="2879634"/>
            <a:ext cx="2376945" cy="1334919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55724FA-A04D-412C-9403-C83AE3566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291" y="259074"/>
            <a:ext cx="5286975" cy="2951467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A38731FA-D5C1-415D-9982-7F8C64E41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197" y="3678049"/>
            <a:ext cx="5253069" cy="2927625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00889108"/>
      </p:ext>
    </p:extLst>
  </p:cSld>
  <p:clrMapOvr>
    <a:masterClrMapping/>
  </p:clrMapOvr>
  <p:transition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7595" y="-418901"/>
            <a:ext cx="3963959" cy="2303389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-712146" y="252245"/>
            <a:ext cx="4206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Profilok</a:t>
            </a: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1" y="2259965"/>
            <a:ext cx="4839704" cy="271925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0B92F6A3-2A3A-4390-A1BE-6A161CE25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838" y="2787891"/>
            <a:ext cx="2572735" cy="1444877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476" y="432161"/>
            <a:ext cx="5207121" cy="2904653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18" y="3653829"/>
            <a:ext cx="5292079" cy="2934669"/>
          </a:xfrm>
          <a:prstGeom prst="rect">
            <a:avLst/>
          </a:prstGeom>
          <a:ln>
            <a:solidFill>
              <a:srgbClr val="0070C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639DF406-47C3-4C8C-8D0E-493E74554E2C}"/>
              </a:ext>
            </a:extLst>
          </p:cNvPr>
          <p:cNvSpPr txBox="1"/>
          <p:nvPr/>
        </p:nvSpPr>
        <p:spPr>
          <a:xfrm>
            <a:off x="5607443" y="447072"/>
            <a:ext cx="1220239" cy="461665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Admin: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36B41D46-C3A2-4097-AFF0-148F2E62397C}"/>
              </a:ext>
            </a:extLst>
          </p:cNvPr>
          <p:cNvSpPr txBox="1"/>
          <p:nvPr/>
        </p:nvSpPr>
        <p:spPr>
          <a:xfrm>
            <a:off x="5806518" y="6019060"/>
            <a:ext cx="882597" cy="461665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User:</a:t>
            </a:r>
          </a:p>
        </p:txBody>
      </p:sp>
    </p:spTree>
    <p:extLst>
      <p:ext uri="{BB962C8B-B14F-4D97-AF65-F5344CB8AC3E}">
        <p14:creationId xmlns:p14="http://schemas.microsoft.com/office/powerpoint/2010/main" val="2025631447"/>
      </p:ext>
    </p:extLst>
  </p:cSld>
  <p:clrMapOvr>
    <a:masterClrMapping/>
  </p:clrMapOvr>
  <p:transition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556" y="-351581"/>
            <a:ext cx="3774363" cy="2073943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167054" y="271949"/>
            <a:ext cx="4984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Admin felület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54" y="1775943"/>
            <a:ext cx="7070732" cy="2052190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Szövegdoboz 5"/>
          <p:cNvSpPr txBox="1"/>
          <p:nvPr/>
        </p:nvSpPr>
        <p:spPr>
          <a:xfrm>
            <a:off x="167054" y="1322252"/>
            <a:ext cx="1494692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Előléptetés:</a:t>
            </a:r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42"/>
          <a:stretch/>
        </p:blipFill>
        <p:spPr>
          <a:xfrm>
            <a:off x="5072275" y="4664958"/>
            <a:ext cx="7013222" cy="1874657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zövegdoboz 7"/>
          <p:cNvSpPr txBox="1"/>
          <p:nvPr/>
        </p:nvSpPr>
        <p:spPr>
          <a:xfrm>
            <a:off x="4928557" y="4146518"/>
            <a:ext cx="1417027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Lefokozás:</a:t>
            </a:r>
          </a:p>
        </p:txBody>
      </p:sp>
      <p:pic>
        <p:nvPicPr>
          <p:cNvPr id="14" name="Ké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078" y="1984123"/>
            <a:ext cx="2572735" cy="14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438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ageCurlDouble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556" y="-351581"/>
            <a:ext cx="3774363" cy="2073943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167054" y="271949"/>
            <a:ext cx="4984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Admin felület</a:t>
            </a:r>
          </a:p>
        </p:txBody>
      </p:sp>
      <p:sp>
        <p:nvSpPr>
          <p:cNvPr id="6" name="Szövegdoboz 5"/>
          <p:cNvSpPr txBox="1"/>
          <p:nvPr/>
        </p:nvSpPr>
        <p:spPr>
          <a:xfrm>
            <a:off x="167054" y="1594201"/>
            <a:ext cx="2098198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Autó módosítása:</a:t>
            </a:r>
            <a:endParaRPr lang="hu-HU" dirty="0"/>
          </a:p>
        </p:txBody>
      </p:sp>
      <p:sp>
        <p:nvSpPr>
          <p:cNvPr id="8" name="Szövegdoboz 7"/>
          <p:cNvSpPr txBox="1"/>
          <p:nvPr/>
        </p:nvSpPr>
        <p:spPr>
          <a:xfrm>
            <a:off x="5253843" y="808867"/>
            <a:ext cx="2285647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Új autó felvitele:</a:t>
            </a:r>
          </a:p>
        </p:txBody>
      </p:sp>
      <p:pic>
        <p:nvPicPr>
          <p:cNvPr id="14" name="Kép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942" y="4752479"/>
            <a:ext cx="3004979" cy="1687630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54" y="2102734"/>
            <a:ext cx="5007809" cy="4374893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191" y="1261706"/>
            <a:ext cx="6580374" cy="2905165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10711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14:pan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8215" y="-385813"/>
            <a:ext cx="3994516" cy="2321145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-620018" y="290630"/>
            <a:ext cx="4206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dirty="0">
                <a:solidFill>
                  <a:schemeClr val="bg1"/>
                </a:solidFill>
                <a:latin typeface="Imprint MT Shadow" panose="04020605060303030202" pitchFamily="82" charset="0"/>
              </a:rPr>
              <a:t>Mini játék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" y="2397491"/>
            <a:ext cx="4992470" cy="280127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F4BE265A-BD20-46A1-9B06-087712762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537" y="2846711"/>
            <a:ext cx="2572735" cy="144487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740E94C-2E26-4114-9578-C2EC14707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850" y="738819"/>
            <a:ext cx="5042577" cy="2830331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EE43A0BA-6007-4F3E-80A7-173EAE1CFD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741" y="3779200"/>
            <a:ext cx="5042577" cy="2839124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04564082"/>
      </p:ext>
    </p:extLst>
  </p:cSld>
  <p:clrMapOvr>
    <a:masterClrMapping/>
  </p:clrMapOvr>
  <p:transition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446" y="-483466"/>
            <a:ext cx="5127851" cy="2599650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15370" y="184025"/>
            <a:ext cx="49843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Személyes  </a:t>
            </a:r>
          </a:p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             tapasztalataim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030FC31-AD42-45C4-AA45-664DFE71BDDA}"/>
              </a:ext>
            </a:extLst>
          </p:cNvPr>
          <p:cNvSpPr txBox="1"/>
          <p:nvPr/>
        </p:nvSpPr>
        <p:spPr>
          <a:xfrm>
            <a:off x="383343" y="1851157"/>
            <a:ext cx="5247929" cy="1384995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i="1" u="sng" dirty="0">
                <a:solidFill>
                  <a:schemeClr val="bg1"/>
                </a:solidFill>
                <a:latin typeface="Imprint MT Shadow" panose="04020605060303030202" pitchFamily="82" charset="0"/>
              </a:rPr>
              <a:t>Csapat munkáról: </a:t>
            </a: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Együtt egyszerűbb dolgozni de nem minden szempontból.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7A15D22-D78F-4C47-B80D-F6552335F397}"/>
              </a:ext>
            </a:extLst>
          </p:cNvPr>
          <p:cNvSpPr txBox="1"/>
          <p:nvPr/>
        </p:nvSpPr>
        <p:spPr>
          <a:xfrm>
            <a:off x="6063996" y="2445313"/>
            <a:ext cx="5669995" cy="2246769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i="1" u="sng" dirty="0">
                <a:solidFill>
                  <a:schemeClr val="bg1"/>
                </a:solidFill>
                <a:latin typeface="Imprint MT Shadow" panose="04020605060303030202" pitchFamily="82" charset="0"/>
              </a:rPr>
              <a:t>A kódolásról: </a:t>
            </a: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Voltak részei ami könyebbenek tűntek de nehezebb volt és voltak részek amik nehezebbnek tűntek de könnyebb volt.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83D54DD-B1AF-451A-9DB0-6A80C1A32454}"/>
              </a:ext>
            </a:extLst>
          </p:cNvPr>
          <p:cNvSpPr txBox="1"/>
          <p:nvPr/>
        </p:nvSpPr>
        <p:spPr>
          <a:xfrm>
            <a:off x="668655" y="4561648"/>
            <a:ext cx="4962617" cy="1815882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800" i="1" u="sng" dirty="0">
                <a:solidFill>
                  <a:schemeClr val="bg1"/>
                </a:solidFill>
                <a:latin typeface="Imprint MT Shadow" panose="04020605060303030202" pitchFamily="82" charset="0"/>
              </a:rPr>
              <a:t>Az Eredményről: </a:t>
            </a: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Minden amit elterveztem megvalósult és megvagyok vele elégedve. De lehetet volna jobb is….</a:t>
            </a:r>
          </a:p>
        </p:txBody>
      </p:sp>
    </p:spTree>
    <p:extLst>
      <p:ext uri="{BB962C8B-B14F-4D97-AF65-F5344CB8AC3E}">
        <p14:creationId xmlns:p14="http://schemas.microsoft.com/office/powerpoint/2010/main" val="1037378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ageCurlDouble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445" y="-483467"/>
            <a:ext cx="5007606" cy="2538690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235130" y="339635"/>
            <a:ext cx="3492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További terveim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D92A4B4-9AEA-4F8A-BFDD-61B36D0C6573}"/>
              </a:ext>
            </a:extLst>
          </p:cNvPr>
          <p:cNvSpPr txBox="1"/>
          <p:nvPr/>
        </p:nvSpPr>
        <p:spPr>
          <a:xfrm>
            <a:off x="695543" y="2083484"/>
            <a:ext cx="6187736" cy="2677656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Profilkép feltöltés működése.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Személyes adatok.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Egymás profiljainak megnézése.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Értékelni minket.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Még egy játék.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Egy webshop.</a:t>
            </a:r>
          </a:p>
        </p:txBody>
      </p:sp>
    </p:spTree>
    <p:extLst>
      <p:ext uri="{BB962C8B-B14F-4D97-AF65-F5344CB8AC3E}">
        <p14:creationId xmlns:p14="http://schemas.microsoft.com/office/powerpoint/2010/main" val="223585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446" y="-385813"/>
            <a:ext cx="4660425" cy="2362681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7D6801A9-2ECA-489E-A0F1-DE717C78513B}"/>
              </a:ext>
            </a:extLst>
          </p:cNvPr>
          <p:cNvSpPr txBox="1"/>
          <p:nvPr/>
        </p:nvSpPr>
        <p:spPr>
          <a:xfrm>
            <a:off x="138446" y="136940"/>
            <a:ext cx="3908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A Backend kezdetleges kódja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9B97B08-2971-4994-B1D4-BFE1DA98B1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136"/>
          <a:stretch/>
        </p:blipFill>
        <p:spPr>
          <a:xfrm>
            <a:off x="438683" y="1976868"/>
            <a:ext cx="7344388" cy="3710765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11349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813" y="-403568"/>
            <a:ext cx="4648539" cy="2356655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7A2003BB-DD81-4263-9D62-44C100A9CB1E}"/>
              </a:ext>
            </a:extLst>
          </p:cNvPr>
          <p:cNvSpPr txBox="1"/>
          <p:nvPr/>
        </p:nvSpPr>
        <p:spPr>
          <a:xfrm>
            <a:off x="0" y="172136"/>
            <a:ext cx="37996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A backend kezdetleges végpontjai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6835258-9ED8-44E1-AB14-9FB1C3A15D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7" r="3723"/>
          <a:stretch/>
        </p:blipFill>
        <p:spPr>
          <a:xfrm>
            <a:off x="189053" y="2204881"/>
            <a:ext cx="7349914" cy="3574481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5" name="Szövegdoboz 4"/>
          <p:cNvSpPr txBox="1"/>
          <p:nvPr/>
        </p:nvSpPr>
        <p:spPr>
          <a:xfrm>
            <a:off x="7916091" y="2654481"/>
            <a:ext cx="3091543" cy="2554545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Itt a Backendbe az általunk 5 nagyon fontos végpontok találhatóak meg</a:t>
            </a:r>
          </a:p>
        </p:txBody>
      </p:sp>
    </p:spTree>
    <p:extLst>
      <p:ext uri="{BB962C8B-B14F-4D97-AF65-F5344CB8AC3E}">
        <p14:creationId xmlns:p14="http://schemas.microsoft.com/office/powerpoint/2010/main" val="837542327"/>
      </p:ext>
    </p:extLst>
  </p:cSld>
  <p:clrMapOvr>
    <a:masterClrMapping/>
  </p:clrMapOvr>
  <p:transition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555" y="-315133"/>
            <a:ext cx="3725996" cy="188895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6F0D393-C8A7-40BD-84C9-17CEB0527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99" y="1763872"/>
            <a:ext cx="8445703" cy="2213422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E1207F13-0F19-45FA-B6BA-841E60E21FDC}"/>
              </a:ext>
            </a:extLst>
          </p:cNvPr>
          <p:cNvSpPr txBox="1"/>
          <p:nvPr/>
        </p:nvSpPr>
        <p:spPr>
          <a:xfrm>
            <a:off x="436797" y="190049"/>
            <a:ext cx="1722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>
                <a:solidFill>
                  <a:schemeClr val="bg1"/>
                </a:solidFill>
                <a:latin typeface="Imprint MT Shadow" panose="04020605060303030202" pitchFamily="82" charset="0"/>
              </a:rPr>
              <a:t>Autók</a:t>
            </a:r>
          </a:p>
        </p:txBody>
      </p:sp>
    </p:spTree>
    <p:extLst>
      <p:ext uri="{BB962C8B-B14F-4D97-AF65-F5344CB8AC3E}">
        <p14:creationId xmlns:p14="http://schemas.microsoft.com/office/powerpoint/2010/main" val="3270997015"/>
      </p:ext>
    </p:extLst>
  </p:cSld>
  <p:clrMapOvr>
    <a:masterClrMapping/>
  </p:clrMapOvr>
  <p:transition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813" y="-350302"/>
            <a:ext cx="4018133" cy="203706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E1207F13-0F19-45FA-B6BA-841E60E21FDC}"/>
              </a:ext>
            </a:extLst>
          </p:cNvPr>
          <p:cNvSpPr txBox="1"/>
          <p:nvPr/>
        </p:nvSpPr>
        <p:spPr>
          <a:xfrm>
            <a:off x="-132813" y="245014"/>
            <a:ext cx="3195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Kommentek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F368673-4764-4647-B765-23928C545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65" y="1782691"/>
            <a:ext cx="7795093" cy="2037060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67130546"/>
      </p:ext>
    </p:extLst>
  </p:cSld>
  <p:clrMapOvr>
    <a:masterClrMapping/>
  </p:clrMapOvr>
  <p:transition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813" y="-350302"/>
            <a:ext cx="4018133" cy="203706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E1207F13-0F19-45FA-B6BA-841E60E21FDC}"/>
              </a:ext>
            </a:extLst>
          </p:cNvPr>
          <p:cNvSpPr txBox="1"/>
          <p:nvPr/>
        </p:nvSpPr>
        <p:spPr>
          <a:xfrm>
            <a:off x="0" y="287634"/>
            <a:ext cx="3116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Felhasználók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2B507BE-C7F7-4081-A6A4-5534F56C6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6" y="1780007"/>
            <a:ext cx="9038074" cy="2282039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51396613"/>
      </p:ext>
    </p:extLst>
  </p:cSld>
  <p:clrMapOvr>
    <a:masterClrMapping/>
  </p:clrMapOvr>
  <p:transition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1862" y="-343813"/>
            <a:ext cx="4344585" cy="2331145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-75732" y="562779"/>
            <a:ext cx="56886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>
                <a:solidFill>
                  <a:schemeClr val="bg1"/>
                </a:solidFill>
                <a:latin typeface="Imprint MT Shadow" panose="04020605060303030202" pitchFamily="82" charset="0"/>
              </a:rPr>
              <a:t>Bejelentkezés/Regisztráció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" r="2361" b="5712"/>
          <a:stretch/>
        </p:blipFill>
        <p:spPr>
          <a:xfrm>
            <a:off x="232000" y="4139862"/>
            <a:ext cx="8655531" cy="2357653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Kép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8" b="3798"/>
          <a:stretch/>
        </p:blipFill>
        <p:spPr>
          <a:xfrm>
            <a:off x="5312063" y="298699"/>
            <a:ext cx="6694146" cy="3377266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Szövegdoboz 7"/>
          <p:cNvSpPr txBox="1"/>
          <p:nvPr/>
        </p:nvSpPr>
        <p:spPr>
          <a:xfrm>
            <a:off x="262772" y="3668886"/>
            <a:ext cx="1741874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Bejelentkezés: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10406009" y="3766399"/>
            <a:ext cx="1600200" cy="400110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Imprint MT Shadow" panose="04020605060303030202" pitchFamily="82" charset="0"/>
              </a:rPr>
              <a:t>Regisztráció:</a:t>
            </a:r>
          </a:p>
        </p:txBody>
      </p:sp>
    </p:spTree>
    <p:extLst>
      <p:ext uri="{BB962C8B-B14F-4D97-AF65-F5344CB8AC3E}">
        <p14:creationId xmlns:p14="http://schemas.microsoft.com/office/powerpoint/2010/main" val="1341861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 rotWithShape="1">
          <a:blip r:embed="rId3"/>
          <a:srcRect l="12683"/>
          <a:stretch/>
        </p:blipFill>
        <p:spPr>
          <a:xfrm>
            <a:off x="-64008" y="-473942"/>
            <a:ext cx="4526408" cy="262805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53B52D56-9B8A-4215-86C5-B04868F5824B}"/>
              </a:ext>
            </a:extLst>
          </p:cNvPr>
          <p:cNvSpPr txBox="1"/>
          <p:nvPr/>
        </p:nvSpPr>
        <p:spPr>
          <a:xfrm>
            <a:off x="112011" y="172456"/>
            <a:ext cx="41743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Az adatbázis </a:t>
            </a:r>
          </a:p>
          <a:p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jelenlegi állapota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152" y="577323"/>
            <a:ext cx="7063157" cy="2118947"/>
          </a:xfrm>
          <a:prstGeom prst="rect">
            <a:avLst/>
          </a:prstGeom>
          <a:ln>
            <a:solidFill>
              <a:srgbClr val="002060"/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34" y="3047541"/>
            <a:ext cx="6833912" cy="337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77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571" y="-492345"/>
            <a:ext cx="5156369" cy="2614108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3B6D9913-2CA8-45D6-95B8-C2F7138F890C}"/>
              </a:ext>
            </a:extLst>
          </p:cNvPr>
          <p:cNvSpPr txBox="1"/>
          <p:nvPr/>
        </p:nvSpPr>
        <p:spPr>
          <a:xfrm>
            <a:off x="247663" y="390772"/>
            <a:ext cx="343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További terveim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08708F0-3561-4318-A207-04A9714D5FDA}"/>
              </a:ext>
            </a:extLst>
          </p:cNvPr>
          <p:cNvSpPr txBox="1"/>
          <p:nvPr/>
        </p:nvSpPr>
        <p:spPr>
          <a:xfrm>
            <a:off x="1846555" y="2343705"/>
            <a:ext cx="9889725" cy="1815882"/>
          </a:xfrm>
          <a:prstGeom prst="rect">
            <a:avLst/>
          </a:prstGeom>
          <a:noFill/>
          <a:ln>
            <a:solidFill>
              <a:srgbClr val="302F34"/>
            </a:solidFill>
          </a:ln>
          <a:effectLst>
            <a:glow rad="101600">
              <a:srgbClr val="333237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Jelszó módosítás.</a:t>
            </a: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Üzenni Adminoknak.</a:t>
            </a: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Ritka-e vagy sem.</a:t>
            </a: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hu-HU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Egy térkép.</a:t>
            </a:r>
          </a:p>
        </p:txBody>
      </p:sp>
    </p:spTree>
    <p:extLst>
      <p:ext uri="{BB962C8B-B14F-4D97-AF65-F5344CB8AC3E}">
        <p14:creationId xmlns:p14="http://schemas.microsoft.com/office/powerpoint/2010/main" val="3605040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pic>
        <p:nvPicPr>
          <p:cNvPr id="2" name="Ké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571" y="-492345"/>
            <a:ext cx="5156369" cy="2614108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3B6D9913-2CA8-45D6-95B8-C2F7138F890C}"/>
              </a:ext>
            </a:extLst>
          </p:cNvPr>
          <p:cNvSpPr txBox="1"/>
          <p:nvPr/>
        </p:nvSpPr>
        <p:spPr>
          <a:xfrm>
            <a:off x="247663" y="390772"/>
            <a:ext cx="343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További terveim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89A5656-0C69-45D8-A9BD-F12BF7EF39E4}"/>
              </a:ext>
            </a:extLst>
          </p:cNvPr>
          <p:cNvSpPr txBox="1"/>
          <p:nvPr/>
        </p:nvSpPr>
        <p:spPr>
          <a:xfrm>
            <a:off x="1157625" y="2286312"/>
            <a:ext cx="5051394" cy="2062103"/>
          </a:xfrm>
          <a:prstGeom prst="rect">
            <a:avLst/>
          </a:prstGeom>
          <a:noFill/>
          <a:ln>
            <a:solidFill>
              <a:srgbClr val="333237"/>
            </a:solidFill>
          </a:ln>
          <a:effectLst>
            <a:glow rad="101600">
              <a:srgbClr val="302F34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Email küldések.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Még több autó feltöltése.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Bannolás.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hu-HU" sz="3200" dirty="0">
                <a:solidFill>
                  <a:schemeClr val="bg1"/>
                </a:solidFill>
                <a:latin typeface="Imprint MT Shadow" panose="04020605060303030202" pitchFamily="82" charset="0"/>
              </a:rPr>
              <a:t>Mióta csatlakozott?</a:t>
            </a:r>
          </a:p>
        </p:txBody>
      </p:sp>
    </p:spTree>
    <p:extLst>
      <p:ext uri="{BB962C8B-B14F-4D97-AF65-F5344CB8AC3E}">
        <p14:creationId xmlns:p14="http://schemas.microsoft.com/office/powerpoint/2010/main" val="1816548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008" y="0"/>
            <a:ext cx="12256008" cy="6858000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2047875" y="2550283"/>
            <a:ext cx="95440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dirty="0">
                <a:solidFill>
                  <a:schemeClr val="bg1"/>
                </a:solidFill>
                <a:latin typeface="Imprint MT Shadow" panose="04020605060303030202" pitchFamily="82" charset="0"/>
              </a:rPr>
              <a:t>Köszönjük a figyelmet!!</a:t>
            </a:r>
          </a:p>
        </p:txBody>
      </p:sp>
    </p:spTree>
    <p:extLst>
      <p:ext uri="{BB962C8B-B14F-4D97-AF65-F5344CB8AC3E}">
        <p14:creationId xmlns:p14="http://schemas.microsoft.com/office/powerpoint/2010/main" val="201560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Szélesvásznú</PresentationFormat>
  <Paragraphs>100</Paragraphs>
  <Slides>30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Imprint MT Shadow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MITISZK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Tanuló</dc:creator>
  <cp:lastModifiedBy>Tanuló</cp:lastModifiedBy>
  <cp:revision>98</cp:revision>
  <dcterms:created xsi:type="dcterms:W3CDTF">2025-02-13T06:51:23Z</dcterms:created>
  <dcterms:modified xsi:type="dcterms:W3CDTF">2025-04-14T09:17:21Z</dcterms:modified>
</cp:coreProperties>
</file>