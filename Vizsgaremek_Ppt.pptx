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3" r:id="rId5"/>
    <p:sldId id="266" r:id="rId6"/>
    <p:sldId id="274" r:id="rId7"/>
    <p:sldId id="258" r:id="rId8"/>
    <p:sldId id="259" r:id="rId9"/>
    <p:sldId id="267" r:id="rId10"/>
    <p:sldId id="260" r:id="rId11"/>
    <p:sldId id="261" r:id="rId12"/>
    <p:sldId id="262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pp Viktória" initials="PV" lastIdx="1" clrIdx="0">
    <p:extLst>
      <p:ext uri="{19B8F6BF-5375-455C-9EA6-DF929625EA0E}">
        <p15:presenceInfo xmlns:p15="http://schemas.microsoft.com/office/powerpoint/2012/main" userId="Papp Viktóri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2F34"/>
    <a:srgbClr val="3332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115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3-04T10:35:05.390" idx="1">
    <p:pos x="7680" y="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7814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83453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6064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3389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46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6465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5939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44054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9897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18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578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ACEBD-E6DF-46BC-A87A-292CDFEBE7C7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282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gif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comments" Target="../comments/commen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5.gi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gif"/><Relationship Id="rId5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152" y="0"/>
            <a:ext cx="12262637" cy="6858000"/>
          </a:xfrm>
          <a:prstGeom prst="rect">
            <a:avLst/>
          </a:prstGeom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048" y="2769206"/>
            <a:ext cx="4602806" cy="2505425"/>
          </a:xfrm>
          <a:prstGeom prst="rect">
            <a:avLst/>
          </a:prstGeom>
          <a:effectLst>
            <a:glow rad="101600">
              <a:srgbClr val="002060">
                <a:alpha val="60000"/>
              </a:srgbClr>
            </a:glow>
            <a:innerShdw blurRad="114300">
              <a:prstClr val="black"/>
            </a:innerShdw>
          </a:effectLst>
        </p:spPr>
      </p:pic>
      <p:sp>
        <p:nvSpPr>
          <p:cNvPr id="12" name="Szövegdoboz 11"/>
          <p:cNvSpPr txBox="1"/>
          <p:nvPr/>
        </p:nvSpPr>
        <p:spPr>
          <a:xfrm>
            <a:off x="121986" y="175649"/>
            <a:ext cx="3108960" cy="707886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Készítették:</a:t>
            </a:r>
          </a:p>
        </p:txBody>
      </p:sp>
      <p:sp>
        <p:nvSpPr>
          <p:cNvPr id="18" name="Szövegdoboz 17"/>
          <p:cNvSpPr txBox="1"/>
          <p:nvPr/>
        </p:nvSpPr>
        <p:spPr>
          <a:xfrm>
            <a:off x="3114" y="3160227"/>
            <a:ext cx="16733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Pónuzs</a:t>
            </a:r>
          </a:p>
        </p:txBody>
      </p:sp>
      <p:sp>
        <p:nvSpPr>
          <p:cNvPr id="19" name="Szövegdoboz 18"/>
          <p:cNvSpPr txBox="1"/>
          <p:nvPr/>
        </p:nvSpPr>
        <p:spPr>
          <a:xfrm>
            <a:off x="1249856" y="3665293"/>
            <a:ext cx="22354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Richárd</a:t>
            </a:r>
          </a:p>
        </p:txBody>
      </p:sp>
      <p:sp>
        <p:nvSpPr>
          <p:cNvPr id="20" name="Szövegdoboz 19"/>
          <p:cNvSpPr txBox="1"/>
          <p:nvPr/>
        </p:nvSpPr>
        <p:spPr>
          <a:xfrm>
            <a:off x="2645281" y="4051030"/>
            <a:ext cx="1444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Gyula</a:t>
            </a:r>
          </a:p>
        </p:txBody>
      </p:sp>
      <p:sp>
        <p:nvSpPr>
          <p:cNvPr id="21" name="Szövegdoboz 20"/>
          <p:cNvSpPr txBox="1"/>
          <p:nvPr/>
        </p:nvSpPr>
        <p:spPr>
          <a:xfrm>
            <a:off x="6140161" y="5328155"/>
            <a:ext cx="5102352" cy="707886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40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CLASSICGARAGE</a:t>
            </a:r>
          </a:p>
        </p:txBody>
      </p:sp>
      <p:pic>
        <p:nvPicPr>
          <p:cNvPr id="23" name="Kép 2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729" y="962433"/>
            <a:ext cx="5734784" cy="4251650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26" name="Kép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9870" y="4603229"/>
            <a:ext cx="5240394" cy="2712955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pic>
        <p:nvPicPr>
          <p:cNvPr id="28" name="Kép 2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848" y="608450"/>
            <a:ext cx="4157966" cy="2712955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sp>
        <p:nvSpPr>
          <p:cNvPr id="29" name="Szövegdoboz 28"/>
          <p:cNvSpPr txBox="1"/>
          <p:nvPr/>
        </p:nvSpPr>
        <p:spPr>
          <a:xfrm>
            <a:off x="0" y="5118969"/>
            <a:ext cx="1527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Koncz</a:t>
            </a:r>
          </a:p>
        </p:txBody>
      </p:sp>
      <p:sp>
        <p:nvSpPr>
          <p:cNvPr id="30" name="Szövegdoboz 29"/>
          <p:cNvSpPr txBox="1"/>
          <p:nvPr/>
        </p:nvSpPr>
        <p:spPr>
          <a:xfrm>
            <a:off x="1330356" y="5558767"/>
            <a:ext cx="1562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Dániel</a:t>
            </a:r>
          </a:p>
        </p:txBody>
      </p:sp>
      <p:sp>
        <p:nvSpPr>
          <p:cNvPr id="31" name="Szövegdoboz 30"/>
          <p:cNvSpPr txBox="1"/>
          <p:nvPr/>
        </p:nvSpPr>
        <p:spPr>
          <a:xfrm>
            <a:off x="2645281" y="6060448"/>
            <a:ext cx="1730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Marcell</a:t>
            </a:r>
          </a:p>
        </p:txBody>
      </p:sp>
      <p:sp>
        <p:nvSpPr>
          <p:cNvPr id="32" name="Szövegdoboz 31"/>
          <p:cNvSpPr txBox="1"/>
          <p:nvPr/>
        </p:nvSpPr>
        <p:spPr>
          <a:xfrm>
            <a:off x="0" y="1192180"/>
            <a:ext cx="1252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Papp</a:t>
            </a:r>
          </a:p>
        </p:txBody>
      </p:sp>
      <p:sp>
        <p:nvSpPr>
          <p:cNvPr id="33" name="Szövegdoboz 32"/>
          <p:cNvSpPr txBox="1"/>
          <p:nvPr/>
        </p:nvSpPr>
        <p:spPr>
          <a:xfrm>
            <a:off x="1330356" y="1933627"/>
            <a:ext cx="18564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Viktória</a:t>
            </a: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85" b="18493"/>
          <a:stretch/>
        </p:blipFill>
        <p:spPr>
          <a:xfrm>
            <a:off x="6330537" y="1367246"/>
            <a:ext cx="4089168" cy="2263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196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-382275"/>
            <a:ext cx="5480108" cy="2677067"/>
          </a:xfrm>
          <a:prstGeom prst="rect">
            <a:avLst/>
          </a:prstGeom>
          <a:effectLst>
            <a:glow rad="101600">
              <a:srgbClr val="002060">
                <a:alpha val="60000"/>
              </a:srgbClr>
            </a:glow>
            <a:innerShdw blurRad="114300">
              <a:prstClr val="black"/>
            </a:innerShdw>
          </a:effectLst>
        </p:spPr>
      </p:pic>
      <p:sp>
        <p:nvSpPr>
          <p:cNvPr id="6" name="Szövegdoboz 5"/>
          <p:cNvSpPr txBox="1"/>
          <p:nvPr/>
        </p:nvSpPr>
        <p:spPr>
          <a:xfrm>
            <a:off x="-64008" y="254977"/>
            <a:ext cx="46159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A projektünk létre         	jöttének története</a:t>
            </a:r>
          </a:p>
        </p:txBody>
      </p:sp>
      <p:sp>
        <p:nvSpPr>
          <p:cNvPr id="7" name="Szövegdoboz 6"/>
          <p:cNvSpPr txBox="1"/>
          <p:nvPr/>
        </p:nvSpPr>
        <p:spPr>
          <a:xfrm>
            <a:off x="180938" y="2179895"/>
            <a:ext cx="5987561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Csapatunk tagjait a történelem és az autók iránti érdeklődés egyaránt motiválja. </a:t>
            </a: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E két szenvedély ötvözeteként hoztuk létre a „ClassicGarage” weboldalt aminek nevét a kreatív csapat tagok találtak ki. </a:t>
            </a:r>
          </a:p>
          <a:p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Itt a 50-es évektől egészen a 80-as évekig mutatjuk be az autókat, képekkel, érdekességekkel és izgalmas történetekkel illetve egyéb extrákkal.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6746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25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880" y="-483468"/>
            <a:ext cx="5223815" cy="2883658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433745" y="565527"/>
            <a:ext cx="38578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Munkafelosztás</a:t>
            </a:r>
            <a:endParaRPr lang="hu-HU" sz="36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" t="16368" r="80779" b="63373"/>
          <a:stretch/>
        </p:blipFill>
        <p:spPr>
          <a:xfrm>
            <a:off x="215210" y="4400566"/>
            <a:ext cx="3105320" cy="1617057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038511" flipH="1" flipV="1">
            <a:off x="944659" y="2806608"/>
            <a:ext cx="1823976" cy="1780918"/>
          </a:xfrm>
          <a:prstGeom prst="rect">
            <a:avLst/>
          </a:prstGeom>
        </p:spPr>
      </p:pic>
      <p:sp>
        <p:nvSpPr>
          <p:cNvPr id="7" name="Szövegdoboz 6"/>
          <p:cNvSpPr txBox="1"/>
          <p:nvPr/>
        </p:nvSpPr>
        <p:spPr>
          <a:xfrm>
            <a:off x="2731990" y="2667799"/>
            <a:ext cx="37297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munka felosztása Trelloban történt meg.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8" name="Szövegdoboz 7"/>
          <p:cNvSpPr txBox="1"/>
          <p:nvPr/>
        </p:nvSpPr>
        <p:spPr>
          <a:xfrm>
            <a:off x="7000627" y="1836802"/>
            <a:ext cx="41452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Papp Viktória: </a:t>
            </a:r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Frontend, ppt és dokumentáció.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7000627" y="2667798"/>
            <a:ext cx="404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Pónuzs Richárd Gyula: </a:t>
            </a:r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Backend, ppt, dokumentáció.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10" name="Szövegdoboz 9"/>
          <p:cNvSpPr txBox="1"/>
          <p:nvPr/>
        </p:nvSpPr>
        <p:spPr>
          <a:xfrm>
            <a:off x="7000627" y="3516404"/>
            <a:ext cx="4519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Koncz Dániel Marcell: </a:t>
            </a:r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Backend, adatbázis, dokumentáció.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7053410" y="4364417"/>
            <a:ext cx="393627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Bár a feladatokat kiosztottuk még is ha valakinek segítség kellett tudtunk egymásnak segíteni.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830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5003"/>
          <a:stretch/>
        </p:blipFill>
        <p:spPr>
          <a:xfrm>
            <a:off x="-64008" y="-483468"/>
            <a:ext cx="4265872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F0FFBDAC-647A-42DA-8685-F53A7F124D27}"/>
              </a:ext>
            </a:extLst>
          </p:cNvPr>
          <p:cNvSpPr txBox="1"/>
          <p:nvPr/>
        </p:nvSpPr>
        <p:spPr>
          <a:xfrm>
            <a:off x="662274" y="539402"/>
            <a:ext cx="1608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Github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3B753B8-E8CC-4D64-B0B0-EB30EB1200C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65" t="14202" r="45662" b="17392"/>
          <a:stretch/>
        </p:blipFill>
        <p:spPr>
          <a:xfrm>
            <a:off x="516012" y="2188435"/>
            <a:ext cx="3105832" cy="3637599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0FA7EB77-FE77-4857-BEA4-9DAE2A8CD517}"/>
              </a:ext>
            </a:extLst>
          </p:cNvPr>
          <p:cNvSpPr txBox="1"/>
          <p:nvPr/>
        </p:nvSpPr>
        <p:spPr>
          <a:xfrm>
            <a:off x="3922101" y="2188435"/>
            <a:ext cx="3810022" cy="353943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5 Branch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található a GitHub-ba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ebből mi </a:t>
            </a:r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4ben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dolgozunk. Backend, Database, Dokumentumok és Frontend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  <a:p>
            <a:endParaRPr lang="hu-HU" sz="3200" dirty="0"/>
          </a:p>
        </p:txBody>
      </p:sp>
      <p:sp>
        <p:nvSpPr>
          <p:cNvPr id="7" name="Szövegdoboz 6"/>
          <p:cNvSpPr txBox="1"/>
          <p:nvPr/>
        </p:nvSpPr>
        <p:spPr>
          <a:xfrm>
            <a:off x="7882251" y="2188435"/>
            <a:ext cx="4159620" cy="3108543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Eleinte voltak nehézségeink a GitHub működésével de mára már szerencsére minden bajunk megoldódott és könnyen dolgozunk benne.</a:t>
            </a:r>
            <a:endParaRPr lang="hu-HU" sz="28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895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8" y="-483467"/>
            <a:ext cx="4388282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329836" y="454164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Branchek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6350540" y="1730375"/>
            <a:ext cx="4769467" cy="181588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</a:t>
            </a:r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Frontendbe </a:t>
            </a:r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</a:t>
            </a:r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Backendbe és az Adatbázisban </a:t>
            </a:r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dolgozunk a legtöbbet itt találhatóak a legtöbb commitok is.</a:t>
            </a:r>
            <a:endParaRPr lang="hu-HU" sz="28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911" y="4622762"/>
            <a:ext cx="5021985" cy="2005229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9" name="Kép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911" y="2325182"/>
            <a:ext cx="4729636" cy="2118877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0" name="Kép 9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18" t="3083" r="418" b="402"/>
          <a:stretch/>
        </p:blipFill>
        <p:spPr>
          <a:xfrm>
            <a:off x="6459155" y="3867703"/>
            <a:ext cx="4552236" cy="2760288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7760182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8" y="-483467"/>
            <a:ext cx="4388282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329836" y="454164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Branchek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4905308" y="2459504"/>
            <a:ext cx="3401350" cy="193899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Dokumentumok részben kevesebb commit található mivel munkáinkat inkább Trelloba tettük fel de GitHub-</a:t>
            </a:r>
            <a:r>
              <a:rPr lang="hu-HU" sz="2000" dirty="0" err="1" smtClean="0">
                <a:solidFill>
                  <a:schemeClr val="bg1"/>
                </a:solidFill>
                <a:latin typeface="Imprint MT Shadow" panose="04020605060303030202" pitchFamily="82" charset="0"/>
              </a:rPr>
              <a:t>ra</a:t>
            </a:r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 is elkezdtük feltenni őket.</a:t>
            </a:r>
            <a:endParaRPr lang="hu-HU" sz="2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89" y="4228721"/>
            <a:ext cx="4650082" cy="2240606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546" r="80493" b="54493"/>
          <a:stretch/>
        </p:blipFill>
        <p:spPr>
          <a:xfrm>
            <a:off x="8306658" y="1787538"/>
            <a:ext cx="1962150" cy="581025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1" name="Kép 10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1" t="30212" r="3787" b="56062"/>
          <a:stretch/>
        </p:blipFill>
        <p:spPr>
          <a:xfrm>
            <a:off x="10191750" y="2518655"/>
            <a:ext cx="1847850" cy="666750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05566" flipV="1">
            <a:off x="2943413" y="2613158"/>
            <a:ext cx="1779608" cy="1779608"/>
          </a:xfrm>
          <a:prstGeom prst="rect">
            <a:avLst/>
          </a:prstGeom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96487">
            <a:off x="8526883" y="2857391"/>
            <a:ext cx="1804346" cy="1804346"/>
          </a:xfrm>
          <a:prstGeom prst="rect">
            <a:avLst/>
          </a:prstGeom>
        </p:spPr>
      </p:pic>
      <p:pic>
        <p:nvPicPr>
          <p:cNvPr id="14" name="Kép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369" y="5099755"/>
            <a:ext cx="2868173" cy="190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215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A17CE809-AB2C-45C2-9785-01E9289E7359}"/>
              </a:ext>
            </a:extLst>
          </p:cNvPr>
          <p:cNvSpPr txBox="1"/>
          <p:nvPr/>
        </p:nvSpPr>
        <p:spPr>
          <a:xfrm>
            <a:off x="75330" y="226304"/>
            <a:ext cx="49056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Kezdetleges Frontend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32A53A9-4670-4FC5-8241-B9040FC0414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279"/>
          <a:stretch/>
        </p:blipFill>
        <p:spPr>
          <a:xfrm>
            <a:off x="216231" y="2203713"/>
            <a:ext cx="6984192" cy="3878781"/>
          </a:xfrm>
          <a:prstGeom prst="rect">
            <a:avLst/>
          </a:prstGeom>
          <a:ln w="19050">
            <a:solidFill>
              <a:srgbClr val="92D05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7" name="Szövegdoboz 6"/>
          <p:cNvSpPr txBox="1"/>
          <p:nvPr/>
        </p:nvSpPr>
        <p:spPr>
          <a:xfrm>
            <a:off x="400677" y="876919"/>
            <a:ext cx="362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Kódja és kinézete</a:t>
            </a:r>
            <a:endParaRPr lang="hu-HU" sz="36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7480662" y="2644031"/>
            <a:ext cx="4014652" cy="2677656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Kezdetben így nézett ki a Frontand. </a:t>
            </a:r>
          </a:p>
          <a:p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Tartalmazott egy navigációt néhány menüponttal és semmi stílust nem tettünk bele</a:t>
            </a:r>
            <a:endParaRPr lang="hu-HU" sz="28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10" name="Kép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8059" y="2067763"/>
            <a:ext cx="6888478" cy="4150679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11" name="Szövegdoboz 10"/>
          <p:cNvSpPr txBox="1"/>
          <p:nvPr/>
        </p:nvSpPr>
        <p:spPr>
          <a:xfrm>
            <a:off x="234858" y="2466031"/>
            <a:ext cx="4746089" cy="353943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Frontend kezdetleges kódja egy szimpla index.html be készült. Nagyon kicsi stílussal és script amik arra szolgáltak, hogy tesztelhessük a kód működését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332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9337" y="-483467"/>
            <a:ext cx="4962558" cy="2883658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217714" y="332667"/>
            <a:ext cx="42062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Frontend jelenlegi kinézete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947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13520"/>
          <a:stretch/>
        </p:blipFill>
        <p:spPr>
          <a:xfrm>
            <a:off x="-64008" y="-521567"/>
            <a:ext cx="4919015" cy="2883658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0" y="266700"/>
            <a:ext cx="36861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Utolsó simítások a Frontendbe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5" name="Szövegdoboz 4"/>
          <p:cNvSpPr txBox="1"/>
          <p:nvPr/>
        </p:nvSpPr>
        <p:spPr>
          <a:xfrm>
            <a:off x="247650" y="2104916"/>
            <a:ext cx="49434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Bejelentkezés, Regisztráció, Profil és Kommentek kinézete</a:t>
            </a:r>
            <a:endParaRPr lang="hu-HU" sz="36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8369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D6801A9-2ECA-489E-A0F1-DE717C78513B}"/>
              </a:ext>
            </a:extLst>
          </p:cNvPr>
          <p:cNvSpPr txBox="1"/>
          <p:nvPr/>
        </p:nvSpPr>
        <p:spPr>
          <a:xfrm>
            <a:off x="337545" y="257851"/>
            <a:ext cx="39089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A Backend kezdetleges kódja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9B97B08-2971-4994-B1D4-BFE1DA98B1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0136"/>
          <a:stretch/>
        </p:blipFill>
        <p:spPr>
          <a:xfrm>
            <a:off x="211339" y="2524692"/>
            <a:ext cx="5852657" cy="2957065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611349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A2003BB-DD81-4263-9D62-44C100A9CB1E}"/>
              </a:ext>
            </a:extLst>
          </p:cNvPr>
          <p:cNvSpPr txBox="1"/>
          <p:nvPr/>
        </p:nvSpPr>
        <p:spPr>
          <a:xfrm>
            <a:off x="0" y="419753"/>
            <a:ext cx="37996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 backend jelenlegi kódja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6835258-9ED8-44E1-AB14-9FB1C3A15D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27" r="3723"/>
          <a:stretch/>
        </p:blipFill>
        <p:spPr>
          <a:xfrm>
            <a:off x="322218" y="2400191"/>
            <a:ext cx="6679474" cy="3248426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Szövegdoboz 4"/>
          <p:cNvSpPr txBox="1"/>
          <p:nvPr/>
        </p:nvSpPr>
        <p:spPr>
          <a:xfrm>
            <a:off x="7916091" y="2654481"/>
            <a:ext cx="3091543" cy="2554545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Itt a Backendbe az általunk 5 nagyon fontos végpontok találhatóak meg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754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12683"/>
          <a:stretch/>
        </p:blipFill>
        <p:spPr>
          <a:xfrm>
            <a:off x="-64008" y="-473942"/>
            <a:ext cx="4966640" cy="2883658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DEE65220-3BBA-454A-B2B5-73C36617E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509" y="2203180"/>
            <a:ext cx="8724911" cy="2225945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53B52D56-9B8A-4215-86C5-B04868F5824B}"/>
              </a:ext>
            </a:extLst>
          </p:cNvPr>
          <p:cNvSpPr txBox="1"/>
          <p:nvPr/>
        </p:nvSpPr>
        <p:spPr>
          <a:xfrm>
            <a:off x="0" y="286756"/>
            <a:ext cx="41743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Az adatbázis </a:t>
            </a:r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jelenlegi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	állapota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775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741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997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730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6198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378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2047875" y="2550283"/>
            <a:ext cx="9544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Köszönjük a figyelmet!!</a:t>
            </a:r>
            <a:endParaRPr lang="hu-HU" sz="6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56067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288</Words>
  <Application>Microsoft Office PowerPoint</Application>
  <PresentationFormat>Szélesvásznú</PresentationFormat>
  <Paragraphs>41</Paragraphs>
  <Slides>18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Imprint MT Shadow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MITISZK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Tanuló</dc:creator>
  <cp:lastModifiedBy>Papp Viktória</cp:lastModifiedBy>
  <cp:revision>27</cp:revision>
  <dcterms:created xsi:type="dcterms:W3CDTF">2025-02-13T06:51:23Z</dcterms:created>
  <dcterms:modified xsi:type="dcterms:W3CDTF">2025-03-04T10:05:43Z</dcterms:modified>
</cp:coreProperties>
</file>